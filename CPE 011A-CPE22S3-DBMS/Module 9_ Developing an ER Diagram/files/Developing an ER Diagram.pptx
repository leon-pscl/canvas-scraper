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75" r:id="rId3"/>
    <p:sldId id="409" r:id="rId4"/>
    <p:sldId id="379" r:id="rId5"/>
    <p:sldId id="410" r:id="rId6"/>
    <p:sldId id="411" r:id="rId7"/>
    <p:sldId id="382" r:id="rId8"/>
    <p:sldId id="383" r:id="rId9"/>
    <p:sldId id="384" r:id="rId10"/>
    <p:sldId id="385" r:id="rId11"/>
    <p:sldId id="386" r:id="rId12"/>
    <p:sldId id="387" r:id="rId13"/>
    <p:sldId id="412" r:id="rId14"/>
    <p:sldId id="388" r:id="rId15"/>
    <p:sldId id="39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5" autoAdjust="0"/>
    <p:restoredTop sz="94660"/>
  </p:normalViewPr>
  <p:slideViewPr>
    <p:cSldViewPr snapToGrid="0">
      <p:cViewPr varScale="1">
        <p:scale>
          <a:sx n="50" d="100"/>
          <a:sy n="50" d="100"/>
        </p:scale>
        <p:origin x="6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10C11-6467-411F-AAEE-8107EE38172E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C4572F-7531-4987-94FE-238DB4BC0C3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12466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BEDA37F2-E1CF-744A-056D-1E3F82CA630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102DCB07-D6AA-47B2-B85F-FF7F6FF561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0AC7C8B0-C30A-7118-27FC-C7C034D4803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645F081C-0ED0-6928-EB04-F40F4F294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FB78AF39-CCFB-8EBE-3454-A39C677E05B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FE1F6A71-2B19-4ED9-EBC2-A31D99AFD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F8FC58DA-2699-2E40-6949-E40ECF7EC63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20C9945E-552A-D872-CF3D-998A0473DF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91BD4943-5ED3-B348-BC84-F4326C26528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9562154F-9A95-46FB-31E2-4549A8142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3B9C57A1-D57F-362D-11B1-3616E6FA639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367D81A1-E2C4-5A4A-06EA-3D2F07C99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D96F7B00-A3DD-A92B-BDAA-D63CA026B2D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7DDF5574-9970-6E60-4225-5D5DC537E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AE3EBCA5-6224-4866-DA16-6071FE3BF70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0A2848D1-EBD8-9BB9-A66F-A97D82679D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4DFD1358-FA1A-A843-10D9-38542BC45C5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CF85D6BC-9E5E-77B7-ABA5-820293514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>
            <a:extLst>
              <a:ext uri="{FF2B5EF4-FFF2-40B4-BE49-F238E27FC236}">
                <a16:creationId xmlns:a16="http://schemas.microsoft.com/office/drawing/2014/main" id="{9506026B-8299-1E82-EDA3-B110C283AA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>
            <a:extLst>
              <a:ext uri="{FF2B5EF4-FFF2-40B4-BE49-F238E27FC236}">
                <a16:creationId xmlns:a16="http://schemas.microsoft.com/office/drawing/2014/main" id="{F85DCAC9-5B3F-A788-53C5-528A013F1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111620" name="Slide Number Placeholder 3">
            <a:extLst>
              <a:ext uri="{FF2B5EF4-FFF2-40B4-BE49-F238E27FC236}">
                <a16:creationId xmlns:a16="http://schemas.microsoft.com/office/drawing/2014/main" id="{61FCC46B-1F0D-3FE7-55E5-66748A6B3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276E7E3-EC3E-43F0-B685-B9E717DC727F}" type="slidenum">
              <a:rPr lang="en-US" altLang="tr-TR">
                <a:latin typeface="Times New Roman" panose="02020603050405020304" pitchFamily="18" charset="0"/>
              </a:rPr>
              <a:pPr/>
              <a:t>15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348C7-698F-8904-BA3E-03783AC09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72688-0476-14B9-1128-C88C68894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5BA51-7D6E-CE77-AC3A-96DCFFB26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2855-8E86-4141-9F77-1EAF82D16BB4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5DA0-AB11-F2EC-B388-2C20DE90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3B834-237D-E99F-15B8-898D85228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09D-4272-40D1-83E6-D51CE9A1B4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7329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F0CA-E2E6-83C5-29C0-FCC24DAD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5B8D2-F8E0-8C57-7BDB-021818DAE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5260B-F32D-1098-EBE5-254FBB22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2855-8E86-4141-9F77-1EAF82D16BB4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17C35-D479-8C02-03BA-300C9B2EC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3073F-5BDE-6DD4-3245-F51B27A21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09D-4272-40D1-83E6-D51CE9A1B4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93390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1614-6D59-D235-7C2C-121A9734B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3B728-BCAF-AB18-742D-E98AB5A6C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2D7E4-ED59-1229-1BE3-06ED7798E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2855-8E86-4141-9F77-1EAF82D16BB4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32263-851E-7B42-1298-0B2A28BD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51A01-DE3E-C11A-C607-C49608BBB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09D-4272-40D1-83E6-D51CE9A1B4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1210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098CC-6DE0-BB2B-AD12-29DAFB9D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2E738-1F64-17E5-4264-751F38A6A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EAB62-DE71-93F3-450C-EB874D7FF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2BEC6-A81C-2FC2-4BC7-88DF61792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2855-8E86-4141-9F77-1EAF82D16BB4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6E7BC-94AA-B3BE-D19B-E71FABD88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DA6D2-72EF-B388-CEC5-4235A7D8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09D-4272-40D1-83E6-D51CE9A1B4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2788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9EDF-52A4-9772-1A3C-5D300E354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00D53-0540-AE47-4468-D677800C5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4C260-9E6D-F923-0C3F-B20FDF64B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7AA0C-EFAF-D687-EF55-EAF8D4DCF4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676C15-A8B8-05BE-224D-309FB7A3F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CC2B05-EBC7-7455-6FFC-74114F25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2855-8E86-4141-9F77-1EAF82D16BB4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3E17E-8401-477A-2ED0-0F576A70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CC940-B562-E880-B28D-8701701B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09D-4272-40D1-83E6-D51CE9A1B4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563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46A7-C6EB-B513-56EA-C56FB6548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CB8FC-10CD-4569-5C9E-00E979C2E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2855-8E86-4141-9F77-1EAF82D16BB4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737BE3-AD10-9848-79A5-FD0E81197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A5A8C-AC7F-B23C-52EB-47D10032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09D-4272-40D1-83E6-D51CE9A1B4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2058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F616C0-81ED-F4F2-89B2-0F0F73C9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2855-8E86-4141-9F77-1EAF82D16BB4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2E5D3A-CA19-E14E-7BE9-3BF84D0C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331D0-CB61-7B59-EB14-DC02D8AE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09D-4272-40D1-83E6-D51CE9A1B4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7350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E864F-DCF8-58C9-5E6E-654D84730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F8A05-B841-1CC2-5A0A-7A6EFCECD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25B0E-CD5D-7C41-95A7-470675A94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A3B9A-E8A4-063F-FC1D-D3877C9BD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2855-8E86-4141-9F77-1EAF82D16BB4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D3B6F-5665-05DC-0A2C-5039663D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69C4F-CBE5-FED0-2B8E-2C00E9EC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09D-4272-40D1-83E6-D51CE9A1B4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5749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EBB7-489B-A2D7-17D0-C3047BB4B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9CCE2-2C42-4B09-C59B-FF28E729F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1EE49-8289-B000-A1B1-A9AE75E73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980E6-0F01-185E-2FD2-4D85403FF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2855-8E86-4141-9F77-1EAF82D16BB4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13C6E-AEFE-A183-C6EF-A89ABB35A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AF19E-91BB-9B24-073F-E97DDD8A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09D-4272-40D1-83E6-D51CE9A1B4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741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E120A-CAF8-D814-CD06-D8F706B56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84D93-E42A-7656-9FF7-E7A46F96E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B0D38-C057-797D-8FF4-FC391F48F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2855-8E86-4141-9F77-1EAF82D16BB4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BBD79-24F4-BD85-E7D9-8781BC95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A9BBB-26C5-4C4A-5E47-DF272801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09D-4272-40D1-83E6-D51CE9A1B4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52777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7936AB-9316-360E-3B32-C28281E33C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90646-3DEF-D288-F9FE-C0FD2BD87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30690-7260-5A67-767D-EECFEF97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2855-8E86-4141-9F77-1EAF82D16BB4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6F7C7-8145-B314-6F00-FB75F18C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A6437-1487-DD84-8B9D-079BE82C4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09D-4272-40D1-83E6-D51CE9A1B4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58024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676400"/>
            <a:ext cx="5283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283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AE35E-3F67-736A-2DDE-E731187848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552E5-5068-4388-FE15-E3C1675218B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66A371F-2111-4761-BC78-A257921F9563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002561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676400"/>
            <a:ext cx="1076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200" y="4038600"/>
            <a:ext cx="1076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EE2E7-B85A-041D-68B9-F7BCB394417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2CFF5-3755-EB72-2E89-716E1EAA0FB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ADAC52B-876D-455B-8C19-1574AE67B23B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596810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45EE6F-7FD2-451C-8580-D97C00624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40CA5-59A0-A456-8187-925468AE8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26A90-E567-E738-3A47-D6A7F17F5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72855-8E86-4141-9F77-1EAF82D16BB4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1C565-18E9-2D69-F4AA-4C843B45B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1A1DF-6A67-862D-EF33-52A6AB6C8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B609D-4272-40D1-83E6-D51CE9A1B4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7885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346A-49DB-26CD-6034-4A72D66852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Developing an ER Diagram</a:t>
            </a:r>
            <a:endParaRPr lang="en-PH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D0AB4-494C-0C8D-E6B1-7630483245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 9</a:t>
            </a:r>
          </a:p>
          <a:p>
            <a:r>
              <a:rPr lang="en-US" dirty="0"/>
              <a:t>Prepared by: Engr. Ryan D. </a:t>
            </a:r>
            <a:r>
              <a:rPr lang="en-US"/>
              <a:t>Francisco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68729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DE6300FA-4E22-FB2C-8C46-03C7BB7AE7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>
                <a:ea typeface="ＭＳ Ｐゴシック" panose="020B0600070205080204" pitchFamily="34" charset="-128"/>
              </a:rPr>
              <a:t>4. 2 </a:t>
            </a:r>
            <a:r>
              <a:rPr lang="en-US" altLang="tr-TR">
                <a:ea typeface="ＭＳ Ｐゴシック" panose="020B0600070205080204" pitchFamily="34" charset="-128"/>
              </a:rPr>
              <a:t>Developing an ER Diagram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2FF76E37-A084-65DA-5A4D-5760A256D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295400"/>
            <a:ext cx="8077200" cy="4572000"/>
          </a:xfrm>
        </p:spPr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Database design is an iterative process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Create detailed narrative of organization’s  description of operations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Identify business rules based on description of operations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Identify main entities and relationships from business rules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Develop initial ERD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Identify attributes and primary keys that adequately describe entities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Revise and review ERD</a:t>
            </a:r>
          </a:p>
        </p:txBody>
      </p:sp>
      <p:sp>
        <p:nvSpPr>
          <p:cNvPr id="50178" name="Footer Placeholder 3">
            <a:extLst>
              <a:ext uri="{FF2B5EF4-FFF2-40B4-BE49-F238E27FC236}">
                <a16:creationId xmlns:a16="http://schemas.microsoft.com/office/drawing/2014/main" id="{2A5917A6-433A-FCF6-6A9C-F86BEAE044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88069" name="Slide Number Placeholder 4">
            <a:extLst>
              <a:ext uri="{FF2B5EF4-FFF2-40B4-BE49-F238E27FC236}">
                <a16:creationId xmlns:a16="http://schemas.microsoft.com/office/drawing/2014/main" id="{3D857110-40C8-5CBE-475F-9943027E46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1AC9F2-3151-428F-8A0E-F6ACF4FF2762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bilgi Yer Tutucusu 3">
            <a:extLst>
              <a:ext uri="{FF2B5EF4-FFF2-40B4-BE49-F238E27FC236}">
                <a16:creationId xmlns:a16="http://schemas.microsoft.com/office/drawing/2014/main" id="{0E2206AA-C313-1909-6477-8423615BAC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90115" name="Slayt Numarası Yer Tutucusu 4">
            <a:extLst>
              <a:ext uri="{FF2B5EF4-FFF2-40B4-BE49-F238E27FC236}">
                <a16:creationId xmlns:a16="http://schemas.microsoft.com/office/drawing/2014/main" id="{CDC2807B-50F6-5DC3-B2DD-D377D6CFB3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4BB87D2-4AFE-4D78-B20B-1AAF6B541A6A}" type="slidenum">
              <a:rPr lang="en-US" altLang="tr-TR">
                <a:latin typeface="Times New Roman" panose="02020603050405020304" pitchFamily="18" charset="0"/>
              </a:rPr>
              <a:pPr/>
              <a:t>3</a:t>
            </a:fld>
            <a:endParaRPr lang="en-US" altLang="tr-TR">
              <a:latin typeface="Times New Roman" panose="02020603050405020304" pitchFamily="18" charset="0"/>
            </a:endParaRPr>
          </a:p>
        </p:txBody>
      </p:sp>
      <p:pic>
        <p:nvPicPr>
          <p:cNvPr id="90116" name="Resim 5">
            <a:extLst>
              <a:ext uri="{FF2B5EF4-FFF2-40B4-BE49-F238E27FC236}">
                <a16:creationId xmlns:a16="http://schemas.microsoft.com/office/drawing/2014/main" id="{54C86891-7DD2-161C-EC35-D467236A2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762000"/>
            <a:ext cx="845502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4" descr="Fig04-26.bmp">
            <a:extLst>
              <a:ext uri="{FF2B5EF4-FFF2-40B4-BE49-F238E27FC236}">
                <a16:creationId xmlns:a16="http://schemas.microsoft.com/office/drawing/2014/main" id="{99719BD8-0670-33A5-D551-0270F3C60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739" y="914400"/>
            <a:ext cx="7756525" cy="43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Footer Placeholder 4">
            <a:extLst>
              <a:ext uri="{FF2B5EF4-FFF2-40B4-BE49-F238E27FC236}">
                <a16:creationId xmlns:a16="http://schemas.microsoft.com/office/drawing/2014/main" id="{7EFCB0E3-E046-7C4D-13D0-4901AB3372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91140" name="Slide Number Placeholder 5">
            <a:extLst>
              <a:ext uri="{FF2B5EF4-FFF2-40B4-BE49-F238E27FC236}">
                <a16:creationId xmlns:a16="http://schemas.microsoft.com/office/drawing/2014/main" id="{D6FBAC40-5325-B45E-095A-68811EF202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2E18F6-8AE9-4658-ABFA-9A3BB97E4E46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86E911E1-5507-7732-6ECE-8DBAA5ACA5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93187" name="Slayt Numarası Yer Tutucusu 5">
            <a:extLst>
              <a:ext uri="{FF2B5EF4-FFF2-40B4-BE49-F238E27FC236}">
                <a16:creationId xmlns:a16="http://schemas.microsoft.com/office/drawing/2014/main" id="{98FE407C-CBE7-9B56-B593-A2518918B6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6B9330D-15F7-433A-9B5B-EEC6A951D065}" type="slidenum">
              <a:rPr lang="en-US" altLang="tr-TR">
                <a:latin typeface="Times New Roman" panose="02020603050405020304" pitchFamily="18" charset="0"/>
              </a:rPr>
              <a:pPr/>
              <a:t>5</a:t>
            </a:fld>
            <a:endParaRPr lang="en-US" altLang="tr-TR">
              <a:latin typeface="Times New Roman" panose="02020603050405020304" pitchFamily="18" charset="0"/>
            </a:endParaRPr>
          </a:p>
        </p:txBody>
      </p:sp>
      <p:pic>
        <p:nvPicPr>
          <p:cNvPr id="93188" name="Resim 6">
            <a:extLst>
              <a:ext uri="{FF2B5EF4-FFF2-40B4-BE49-F238E27FC236}">
                <a16:creationId xmlns:a16="http://schemas.microsoft.com/office/drawing/2014/main" id="{EBAA2A00-5E43-3AEF-96BE-377955BB6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609600"/>
            <a:ext cx="880427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9" name="Picture 5" descr="Fig04-27.bmp">
            <a:extLst>
              <a:ext uri="{FF2B5EF4-FFF2-40B4-BE49-F238E27FC236}">
                <a16:creationId xmlns:a16="http://schemas.microsoft.com/office/drawing/2014/main" id="{E00417CE-D5D1-1927-C7AB-E5ACB215B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2590800"/>
            <a:ext cx="884396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AC28BA64-3258-F03F-84BA-99C84D7AAA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94211" name="Slayt Numarası Yer Tutucusu 5">
            <a:extLst>
              <a:ext uri="{FF2B5EF4-FFF2-40B4-BE49-F238E27FC236}">
                <a16:creationId xmlns:a16="http://schemas.microsoft.com/office/drawing/2014/main" id="{93D107AC-FCF4-FE84-6D07-68A58FFA9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779A4DF-F5C5-468F-9C05-762487275017}" type="slidenum">
              <a:rPr lang="en-US" altLang="tr-TR">
                <a:latin typeface="Times New Roman" panose="02020603050405020304" pitchFamily="18" charset="0"/>
              </a:rPr>
              <a:pPr/>
              <a:t>6</a:t>
            </a:fld>
            <a:endParaRPr lang="en-US" altLang="tr-TR">
              <a:latin typeface="Times New Roman" panose="02020603050405020304" pitchFamily="18" charset="0"/>
            </a:endParaRPr>
          </a:p>
        </p:txBody>
      </p:sp>
      <p:pic>
        <p:nvPicPr>
          <p:cNvPr id="94212" name="Resim 6">
            <a:extLst>
              <a:ext uri="{FF2B5EF4-FFF2-40B4-BE49-F238E27FC236}">
                <a16:creationId xmlns:a16="http://schemas.microsoft.com/office/drawing/2014/main" id="{5B7A1F74-7DC7-6915-63EC-40748A032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609600"/>
            <a:ext cx="880427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3" name="Picture 6" descr="Fig04-28.bmp">
            <a:extLst>
              <a:ext uri="{FF2B5EF4-FFF2-40B4-BE49-F238E27FC236}">
                <a16:creationId xmlns:a16="http://schemas.microsoft.com/office/drawing/2014/main" id="{BE5F4CE1-FFFD-255A-052D-63E5A4F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228601"/>
            <a:ext cx="8804275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Footer Placeholder 4">
            <a:extLst>
              <a:ext uri="{FF2B5EF4-FFF2-40B4-BE49-F238E27FC236}">
                <a16:creationId xmlns:a16="http://schemas.microsoft.com/office/drawing/2014/main" id="{E5A1BB88-9B76-7771-8546-C54F99ED23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95235" name="Slide Number Placeholder 5">
            <a:extLst>
              <a:ext uri="{FF2B5EF4-FFF2-40B4-BE49-F238E27FC236}">
                <a16:creationId xmlns:a16="http://schemas.microsoft.com/office/drawing/2014/main" id="{A6393FF0-3744-F13C-AAAD-B7337CBB16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A2546D-ACDD-4468-A86D-FFF403554E37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95236" name="Resim 1">
            <a:extLst>
              <a:ext uri="{FF2B5EF4-FFF2-40B4-BE49-F238E27FC236}">
                <a16:creationId xmlns:a16="http://schemas.microsoft.com/office/drawing/2014/main" id="{7E1C454D-8EE2-C219-CF8B-A042F9FF7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6" y="609600"/>
            <a:ext cx="8437563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4" descr="Fig04-30.bmp">
            <a:extLst>
              <a:ext uri="{FF2B5EF4-FFF2-40B4-BE49-F238E27FC236}">
                <a16:creationId xmlns:a16="http://schemas.microsoft.com/office/drawing/2014/main" id="{79D048EA-3086-CB9B-050D-15B589BAC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514600"/>
            <a:ext cx="7772400" cy="273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5" name="Footer Placeholder 4">
            <a:extLst>
              <a:ext uri="{FF2B5EF4-FFF2-40B4-BE49-F238E27FC236}">
                <a16:creationId xmlns:a16="http://schemas.microsoft.com/office/drawing/2014/main" id="{1562B4FF-3422-FCF8-6226-F328466320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97284" name="Slide Number Placeholder 5">
            <a:extLst>
              <a:ext uri="{FF2B5EF4-FFF2-40B4-BE49-F238E27FC236}">
                <a16:creationId xmlns:a16="http://schemas.microsoft.com/office/drawing/2014/main" id="{3DA22C6F-5C10-4C72-25D0-074FDCA2D3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FDDA6A-1BAE-47DB-ADC1-3136943ED63E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97285" name="Resim 1">
            <a:extLst>
              <a:ext uri="{FF2B5EF4-FFF2-40B4-BE49-F238E27FC236}">
                <a16:creationId xmlns:a16="http://schemas.microsoft.com/office/drawing/2014/main" id="{4BDB4E82-BE86-2459-A707-25585E430E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563" y="457200"/>
            <a:ext cx="77517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4" descr="Fig04-31.bmp">
            <a:extLst>
              <a:ext uri="{FF2B5EF4-FFF2-40B4-BE49-F238E27FC236}">
                <a16:creationId xmlns:a16="http://schemas.microsoft.com/office/drawing/2014/main" id="{0EA48B2B-7092-DCE9-E671-947AE0B4B1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6" y="2209800"/>
            <a:ext cx="8024813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9" name="Footer Placeholder 4">
            <a:extLst>
              <a:ext uri="{FF2B5EF4-FFF2-40B4-BE49-F238E27FC236}">
                <a16:creationId xmlns:a16="http://schemas.microsoft.com/office/drawing/2014/main" id="{AE7D5EFF-7C59-9E2A-5C1C-382B1EFED4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99332" name="Slide Number Placeholder 5">
            <a:extLst>
              <a:ext uri="{FF2B5EF4-FFF2-40B4-BE49-F238E27FC236}">
                <a16:creationId xmlns:a16="http://schemas.microsoft.com/office/drawing/2014/main" id="{A26EBEE3-F125-1ECA-B9FA-CFDAC62A3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98BED8-DF18-4866-B806-1D2D66D795A3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99333" name="Resim 1">
            <a:extLst>
              <a:ext uri="{FF2B5EF4-FFF2-40B4-BE49-F238E27FC236}">
                <a16:creationId xmlns:a16="http://schemas.microsoft.com/office/drawing/2014/main" id="{6586D3DD-D6D3-C0C6-1468-84C72B6CE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304800"/>
            <a:ext cx="840105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4" name="Dikdörtgen 2">
            <a:extLst>
              <a:ext uri="{FF2B5EF4-FFF2-40B4-BE49-F238E27FC236}">
                <a16:creationId xmlns:a16="http://schemas.microsoft.com/office/drawing/2014/main" id="{E947B195-26B8-FC9A-7A92-4C0AA3A2E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4" y="4759326"/>
            <a:ext cx="8250237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PH" altLang="en-US" sz="1600" noProof="1"/>
              <a:t>initially exist (at the start of the enrollment period) even though no students have enrolled in it, STUDENT is optional to CLASS in the M:N relationship. This M:N relationship must be divided into two 1:M relationships through the use of the ENROLL entity, shown in the ERD segment in Figure 4.31.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4" descr="Fig04-32.bmp">
            <a:extLst>
              <a:ext uri="{FF2B5EF4-FFF2-40B4-BE49-F238E27FC236}">
                <a16:creationId xmlns:a16="http://schemas.microsoft.com/office/drawing/2014/main" id="{6DD3BA45-1457-52A5-5D38-3431E6082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971801"/>
            <a:ext cx="7543800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3" name="Footer Placeholder 4">
            <a:extLst>
              <a:ext uri="{FF2B5EF4-FFF2-40B4-BE49-F238E27FC236}">
                <a16:creationId xmlns:a16="http://schemas.microsoft.com/office/drawing/2014/main" id="{FF89DD26-ACD3-72BB-B05E-22147634A0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101380" name="Slide Number Placeholder 5">
            <a:extLst>
              <a:ext uri="{FF2B5EF4-FFF2-40B4-BE49-F238E27FC236}">
                <a16:creationId xmlns:a16="http://schemas.microsoft.com/office/drawing/2014/main" id="{B81A0A69-27DB-F58A-0FC1-A24AE0A6DC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DFA79B-D439-457F-86D2-BFA7A5FC593F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1381" name="Resim 1">
            <a:extLst>
              <a:ext uri="{FF2B5EF4-FFF2-40B4-BE49-F238E27FC236}">
                <a16:creationId xmlns:a16="http://schemas.microsoft.com/office/drawing/2014/main" id="{5E363D1A-73E7-A2AC-CD30-DE71AF920A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81000"/>
            <a:ext cx="8770938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4" descr="Fig04-33.bmp">
            <a:extLst>
              <a:ext uri="{FF2B5EF4-FFF2-40B4-BE49-F238E27FC236}">
                <a16:creationId xmlns:a16="http://schemas.microsoft.com/office/drawing/2014/main" id="{CF34E8EA-C4A9-BDDF-E1CC-452A86E33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438400"/>
            <a:ext cx="7772400" cy="290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Footer Placeholder 4">
            <a:extLst>
              <a:ext uri="{FF2B5EF4-FFF2-40B4-BE49-F238E27FC236}">
                <a16:creationId xmlns:a16="http://schemas.microsoft.com/office/drawing/2014/main" id="{D5C38BDF-52EF-E374-DC9D-5BFD6B7B06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103428" name="Slide Number Placeholder 5">
            <a:extLst>
              <a:ext uri="{FF2B5EF4-FFF2-40B4-BE49-F238E27FC236}">
                <a16:creationId xmlns:a16="http://schemas.microsoft.com/office/drawing/2014/main" id="{C07D940D-503A-BDFD-75EC-6C85CA4AFE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7E521A-1DC6-46E7-87CF-7F29C21CD1CD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429" name="Resim 1">
            <a:extLst>
              <a:ext uri="{FF2B5EF4-FFF2-40B4-BE49-F238E27FC236}">
                <a16:creationId xmlns:a16="http://schemas.microsoft.com/office/drawing/2014/main" id="{12F5ACC1-598C-AB6B-BAE9-9E8217645F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379414"/>
            <a:ext cx="8405812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4" descr="Fig04-34.bmp">
            <a:extLst>
              <a:ext uri="{FF2B5EF4-FFF2-40B4-BE49-F238E27FC236}">
                <a16:creationId xmlns:a16="http://schemas.microsoft.com/office/drawing/2014/main" id="{23B2930F-F9D8-3DBB-5C2D-41A77DA4E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922588"/>
            <a:ext cx="7696200" cy="199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1" name="Footer Placeholder 4">
            <a:extLst>
              <a:ext uri="{FF2B5EF4-FFF2-40B4-BE49-F238E27FC236}">
                <a16:creationId xmlns:a16="http://schemas.microsoft.com/office/drawing/2014/main" id="{46370E1C-EB3C-BBAE-2A69-16C018C439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105476" name="Slide Number Placeholder 5">
            <a:extLst>
              <a:ext uri="{FF2B5EF4-FFF2-40B4-BE49-F238E27FC236}">
                <a16:creationId xmlns:a16="http://schemas.microsoft.com/office/drawing/2014/main" id="{5B8D6894-A756-02AB-9F6E-AFEFC4E3ED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B15C15-CD7D-4005-BB6E-47F8E333C3EA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5477" name="Resim 1">
            <a:extLst>
              <a:ext uri="{FF2B5EF4-FFF2-40B4-BE49-F238E27FC236}">
                <a16:creationId xmlns:a16="http://schemas.microsoft.com/office/drawing/2014/main" id="{5B02CC38-2623-C020-9272-EC49CCFB70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04800"/>
            <a:ext cx="83185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78" name="Resim 2">
            <a:extLst>
              <a:ext uri="{FF2B5EF4-FFF2-40B4-BE49-F238E27FC236}">
                <a16:creationId xmlns:a16="http://schemas.microsoft.com/office/drawing/2014/main" id="{F87CE531-E575-F375-9E00-122F9F3231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716088"/>
            <a:ext cx="8013700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943A523E-E539-7A6D-77A8-31C46E6EC3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107523" name="Slayt Numarası Yer Tutucusu 5">
            <a:extLst>
              <a:ext uri="{FF2B5EF4-FFF2-40B4-BE49-F238E27FC236}">
                <a16:creationId xmlns:a16="http://schemas.microsoft.com/office/drawing/2014/main" id="{F937A2E6-B424-E3B8-E02E-E50D0C5C8C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C45DED1-641B-49A4-B88D-643B1412B14F}" type="slidenum">
              <a:rPr lang="en-US" altLang="tr-TR">
                <a:latin typeface="Times New Roman" panose="02020603050405020304" pitchFamily="18" charset="0"/>
              </a:rPr>
              <a:pPr/>
              <a:t>13</a:t>
            </a:fld>
            <a:endParaRPr lang="en-US" altLang="tr-TR">
              <a:latin typeface="Times New Roman" panose="02020603050405020304" pitchFamily="18" charset="0"/>
            </a:endParaRPr>
          </a:p>
        </p:txBody>
      </p:sp>
      <p:pic>
        <p:nvPicPr>
          <p:cNvPr id="107524" name="Resim 6">
            <a:extLst>
              <a:ext uri="{FF2B5EF4-FFF2-40B4-BE49-F238E27FC236}">
                <a16:creationId xmlns:a16="http://schemas.microsoft.com/office/drawing/2014/main" id="{3FB03072-9B9F-0D15-EAAD-6E2881EC2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1752601"/>
            <a:ext cx="7810500" cy="257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6" name="Picture 4" descr="Tbl04-04.bmp">
            <a:extLst>
              <a:ext uri="{FF2B5EF4-FFF2-40B4-BE49-F238E27FC236}">
                <a16:creationId xmlns:a16="http://schemas.microsoft.com/office/drawing/2014/main" id="{0AD60449-4488-95E2-8E8A-15A0106F2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905000"/>
            <a:ext cx="7620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Footer Placeholder 4">
            <a:extLst>
              <a:ext uri="{FF2B5EF4-FFF2-40B4-BE49-F238E27FC236}">
                <a16:creationId xmlns:a16="http://schemas.microsoft.com/office/drawing/2014/main" id="{063F34BF-6D95-4735-1DFC-7956DE9BC3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108548" name="Slide Number Placeholder 5">
            <a:extLst>
              <a:ext uri="{FF2B5EF4-FFF2-40B4-BE49-F238E27FC236}">
                <a16:creationId xmlns:a16="http://schemas.microsoft.com/office/drawing/2014/main" id="{ADE2F646-1983-691A-B1C6-C4B1514215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9785CF-2648-4086-92FC-3BB309AD0F8B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8549" name="Resim 1">
            <a:extLst>
              <a:ext uri="{FF2B5EF4-FFF2-40B4-BE49-F238E27FC236}">
                <a16:creationId xmlns:a16="http://schemas.microsoft.com/office/drawing/2014/main" id="{B29EC999-7A46-9561-501C-73AE21EE74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26" y="371476"/>
            <a:ext cx="8151813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4" descr="Fig04-37.bmp">
            <a:extLst>
              <a:ext uri="{FF2B5EF4-FFF2-40B4-BE49-F238E27FC236}">
                <a16:creationId xmlns:a16="http://schemas.microsoft.com/office/drawing/2014/main" id="{BF9160A3-A96C-9EEA-3A8D-B58C71C3C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039" y="1306513"/>
            <a:ext cx="5800725" cy="493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3" name="Footer Placeholder 1">
            <a:extLst>
              <a:ext uri="{FF2B5EF4-FFF2-40B4-BE49-F238E27FC236}">
                <a16:creationId xmlns:a16="http://schemas.microsoft.com/office/drawing/2014/main" id="{42DD2017-6DE4-6CB7-D81E-04C28CCAEB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110596" name="Slide Number Placeholder 2">
            <a:extLst>
              <a:ext uri="{FF2B5EF4-FFF2-40B4-BE49-F238E27FC236}">
                <a16:creationId xmlns:a16="http://schemas.microsoft.com/office/drawing/2014/main" id="{892A9060-C435-1DF7-9C45-174AE78052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81E7E2-9279-4FD4-BD88-04D7A45175E9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7" name="Dikdörtgen 1">
            <a:extLst>
              <a:ext uri="{FF2B5EF4-FFF2-40B4-BE49-F238E27FC236}">
                <a16:creationId xmlns:a16="http://schemas.microsoft.com/office/drawing/2014/main" id="{F58374FB-9036-DC47-E515-0A48BF521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30189"/>
            <a:ext cx="8153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Figure 4.37 shows the implementation-ready UML class diagram for Tiny College (note that the ENROLL composite entity is shown in this class diagram.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Office PowerPoint</Application>
  <PresentationFormat>Widescreen</PresentationFormat>
  <Paragraphs>42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Developing an ER Diagram</vt:lpstr>
      <vt:lpstr>4. 2 Developing an ER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an ER Diagram</dc:title>
  <dc:creator>Ryan Francisco</dc:creator>
  <cp:lastModifiedBy>Ryan Francisco</cp:lastModifiedBy>
  <cp:revision>1</cp:revision>
  <dcterms:created xsi:type="dcterms:W3CDTF">2022-08-10T14:00:06Z</dcterms:created>
  <dcterms:modified xsi:type="dcterms:W3CDTF">2022-08-10T14:00:10Z</dcterms:modified>
</cp:coreProperties>
</file>