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40" autoAdjust="0"/>
    <p:restoredTop sz="94660"/>
  </p:normalViewPr>
  <p:slideViewPr>
    <p:cSldViewPr snapToGrid="0">
      <p:cViewPr varScale="1">
        <p:scale>
          <a:sx n="30" d="100"/>
          <a:sy n="30" d="100"/>
        </p:scale>
        <p:origin x="24" y="9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ata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5.svg"/></Relationships>
</file>

<file path=ppt/diagrams/_rels/data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ata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13.svg"/></Relationships>
</file>

<file path=ppt/diagrams/_rels/data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5.svg"/></Relationships>
</file>

<file path=ppt/diagrams/_rels/data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5.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13.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5.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7A70A72F-E90B-43A8-B88A-3F026802C8B8}"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E8C3E94A-A100-4BB7-AECE-1C9528026630}">
      <dgm:prSet/>
      <dgm:spPr/>
      <dgm:t>
        <a:bodyPr/>
        <a:lstStyle/>
        <a:p>
          <a:r>
            <a:rPr lang="en-US" b="0" i="0"/>
            <a:t>designers, programmers, and end users see data in diﬀerent ways</a:t>
          </a:r>
          <a:endParaRPr lang="en-US"/>
        </a:p>
      </dgm:t>
    </dgm:pt>
    <dgm:pt modelId="{3174794C-3827-44C0-A7AE-485619C0700A}" type="parTrans" cxnId="{94FF72B8-9DF6-4011-A4F7-2C0E65CAB576}">
      <dgm:prSet/>
      <dgm:spPr/>
      <dgm:t>
        <a:bodyPr/>
        <a:lstStyle/>
        <a:p>
          <a:endParaRPr lang="en-US"/>
        </a:p>
      </dgm:t>
    </dgm:pt>
    <dgm:pt modelId="{A581512A-5D1B-426D-9933-4DC782F4F077}" type="sibTrans" cxnId="{94FF72B8-9DF6-4011-A4F7-2C0E65CAB576}">
      <dgm:prSet/>
      <dgm:spPr/>
      <dgm:t>
        <a:bodyPr/>
        <a:lstStyle/>
        <a:p>
          <a:endParaRPr lang="en-US"/>
        </a:p>
      </dgm:t>
    </dgm:pt>
    <dgm:pt modelId="{38F6B372-343F-4B3F-984D-57C16F3F56D2}">
      <dgm:prSet/>
      <dgm:spPr/>
      <dgm:t>
        <a:bodyPr/>
        <a:lstStyle/>
        <a:p>
          <a:r>
            <a:rPr lang="en-US" b="0" i="0"/>
            <a:t>diﬀerent views of the same data can lead to database designs that do not reﬂect an organization’s actual operation</a:t>
          </a:r>
          <a:endParaRPr lang="en-US"/>
        </a:p>
      </dgm:t>
    </dgm:pt>
    <dgm:pt modelId="{6DC73F7E-BA2E-4BA4-AC16-A07C4DE9EFF2}" type="parTrans" cxnId="{68C22BC3-CC74-42BC-8D58-FACDBDA80B91}">
      <dgm:prSet/>
      <dgm:spPr/>
      <dgm:t>
        <a:bodyPr/>
        <a:lstStyle/>
        <a:p>
          <a:endParaRPr lang="en-US"/>
        </a:p>
      </dgm:t>
    </dgm:pt>
    <dgm:pt modelId="{0489B5FD-FF47-44E1-B7A1-F14B59C66C83}" type="sibTrans" cxnId="{68C22BC3-CC74-42BC-8D58-FACDBDA80B91}">
      <dgm:prSet/>
      <dgm:spPr/>
      <dgm:t>
        <a:bodyPr/>
        <a:lstStyle/>
        <a:p>
          <a:endParaRPr lang="en-US"/>
        </a:p>
      </dgm:t>
    </dgm:pt>
    <dgm:pt modelId="{EA19AABB-14BA-459D-9CC3-6DA6E64D29D1}" type="pres">
      <dgm:prSet presAssocID="{7A70A72F-E90B-43A8-B88A-3F026802C8B8}" presName="vert0" presStyleCnt="0">
        <dgm:presLayoutVars>
          <dgm:dir/>
          <dgm:animOne val="branch"/>
          <dgm:animLvl val="lvl"/>
        </dgm:presLayoutVars>
      </dgm:prSet>
      <dgm:spPr/>
    </dgm:pt>
    <dgm:pt modelId="{89E0F143-44E0-4B29-86A0-24ED78B40338}" type="pres">
      <dgm:prSet presAssocID="{E8C3E94A-A100-4BB7-AECE-1C9528026630}" presName="thickLine" presStyleLbl="alignNode1" presStyleIdx="0" presStyleCnt="2"/>
      <dgm:spPr/>
    </dgm:pt>
    <dgm:pt modelId="{B948A87E-8BAE-4987-A09D-F94CC0450F0F}" type="pres">
      <dgm:prSet presAssocID="{E8C3E94A-A100-4BB7-AECE-1C9528026630}" presName="horz1" presStyleCnt="0"/>
      <dgm:spPr/>
    </dgm:pt>
    <dgm:pt modelId="{099B3050-B313-485C-BF52-BD2522B93BB5}" type="pres">
      <dgm:prSet presAssocID="{E8C3E94A-A100-4BB7-AECE-1C9528026630}" presName="tx1" presStyleLbl="revTx" presStyleIdx="0" presStyleCnt="2"/>
      <dgm:spPr/>
    </dgm:pt>
    <dgm:pt modelId="{14D4E913-D21D-4793-A56C-28EECA24C92B}" type="pres">
      <dgm:prSet presAssocID="{E8C3E94A-A100-4BB7-AECE-1C9528026630}" presName="vert1" presStyleCnt="0"/>
      <dgm:spPr/>
    </dgm:pt>
    <dgm:pt modelId="{162BEDC4-8FAF-4762-88E4-A0C6379B5005}" type="pres">
      <dgm:prSet presAssocID="{38F6B372-343F-4B3F-984D-57C16F3F56D2}" presName="thickLine" presStyleLbl="alignNode1" presStyleIdx="1" presStyleCnt="2"/>
      <dgm:spPr/>
    </dgm:pt>
    <dgm:pt modelId="{03AF3B41-3242-4F7C-ADA9-16CF5B5949B1}" type="pres">
      <dgm:prSet presAssocID="{38F6B372-343F-4B3F-984D-57C16F3F56D2}" presName="horz1" presStyleCnt="0"/>
      <dgm:spPr/>
    </dgm:pt>
    <dgm:pt modelId="{665BDE8F-C17F-4820-B02A-A25D087F2367}" type="pres">
      <dgm:prSet presAssocID="{38F6B372-343F-4B3F-984D-57C16F3F56D2}" presName="tx1" presStyleLbl="revTx" presStyleIdx="1" presStyleCnt="2"/>
      <dgm:spPr/>
    </dgm:pt>
    <dgm:pt modelId="{B1091A0D-2C18-4144-8A14-7095187925F1}" type="pres">
      <dgm:prSet presAssocID="{38F6B372-343F-4B3F-984D-57C16F3F56D2}" presName="vert1" presStyleCnt="0"/>
      <dgm:spPr/>
    </dgm:pt>
  </dgm:ptLst>
  <dgm:cxnLst>
    <dgm:cxn modelId="{E1BFC53F-AF21-4B09-8E58-C527B90E11D7}" type="presOf" srcId="{7A70A72F-E90B-43A8-B88A-3F026802C8B8}" destId="{EA19AABB-14BA-459D-9CC3-6DA6E64D29D1}" srcOrd="0" destOrd="0" presId="urn:microsoft.com/office/officeart/2008/layout/LinedList"/>
    <dgm:cxn modelId="{AA1AFF6B-BC1F-478A-909C-7189237E7752}" type="presOf" srcId="{38F6B372-343F-4B3F-984D-57C16F3F56D2}" destId="{665BDE8F-C17F-4820-B02A-A25D087F2367}" srcOrd="0" destOrd="0" presId="urn:microsoft.com/office/officeart/2008/layout/LinedList"/>
    <dgm:cxn modelId="{94FF72B8-9DF6-4011-A4F7-2C0E65CAB576}" srcId="{7A70A72F-E90B-43A8-B88A-3F026802C8B8}" destId="{E8C3E94A-A100-4BB7-AECE-1C9528026630}" srcOrd="0" destOrd="0" parTransId="{3174794C-3827-44C0-A7AE-485619C0700A}" sibTransId="{A581512A-5D1B-426D-9933-4DC782F4F077}"/>
    <dgm:cxn modelId="{68C22BC3-CC74-42BC-8D58-FACDBDA80B91}" srcId="{7A70A72F-E90B-43A8-B88A-3F026802C8B8}" destId="{38F6B372-343F-4B3F-984D-57C16F3F56D2}" srcOrd="1" destOrd="0" parTransId="{6DC73F7E-BA2E-4BA4-AC16-A07C4DE9EFF2}" sibTransId="{0489B5FD-FF47-44E1-B7A1-F14B59C66C83}"/>
    <dgm:cxn modelId="{2B9A30FC-2526-4A47-8DF4-B82471D24849}" type="presOf" srcId="{E8C3E94A-A100-4BB7-AECE-1C9528026630}" destId="{099B3050-B313-485C-BF52-BD2522B93BB5}" srcOrd="0" destOrd="0" presId="urn:microsoft.com/office/officeart/2008/layout/LinedList"/>
    <dgm:cxn modelId="{574485A2-7EA1-4139-9286-04CAFC31280F}" type="presParOf" srcId="{EA19AABB-14BA-459D-9CC3-6DA6E64D29D1}" destId="{89E0F143-44E0-4B29-86A0-24ED78B40338}" srcOrd="0" destOrd="0" presId="urn:microsoft.com/office/officeart/2008/layout/LinedList"/>
    <dgm:cxn modelId="{B0E398BC-9ABB-40B1-90FE-3350942E4C44}" type="presParOf" srcId="{EA19AABB-14BA-459D-9CC3-6DA6E64D29D1}" destId="{B948A87E-8BAE-4987-A09D-F94CC0450F0F}" srcOrd="1" destOrd="0" presId="urn:microsoft.com/office/officeart/2008/layout/LinedList"/>
    <dgm:cxn modelId="{DFE4498E-3E1A-4A7A-BF21-7AAACFB58EA6}" type="presParOf" srcId="{B948A87E-8BAE-4987-A09D-F94CC0450F0F}" destId="{099B3050-B313-485C-BF52-BD2522B93BB5}" srcOrd="0" destOrd="0" presId="urn:microsoft.com/office/officeart/2008/layout/LinedList"/>
    <dgm:cxn modelId="{B3C1C05A-279F-4D91-A836-B660447C66E0}" type="presParOf" srcId="{B948A87E-8BAE-4987-A09D-F94CC0450F0F}" destId="{14D4E913-D21D-4793-A56C-28EECA24C92B}" srcOrd="1" destOrd="0" presId="urn:microsoft.com/office/officeart/2008/layout/LinedList"/>
    <dgm:cxn modelId="{208833FD-4648-4244-BB6E-D774BCC5CF5C}" type="presParOf" srcId="{EA19AABB-14BA-459D-9CC3-6DA6E64D29D1}" destId="{162BEDC4-8FAF-4762-88E4-A0C6379B5005}" srcOrd="2" destOrd="0" presId="urn:microsoft.com/office/officeart/2008/layout/LinedList"/>
    <dgm:cxn modelId="{EB8CB0EE-AF8B-4A5B-B4C0-82ACBFAF9F33}" type="presParOf" srcId="{EA19AABB-14BA-459D-9CC3-6DA6E64D29D1}" destId="{03AF3B41-3242-4F7C-ADA9-16CF5B5949B1}" srcOrd="3" destOrd="0" presId="urn:microsoft.com/office/officeart/2008/layout/LinedList"/>
    <dgm:cxn modelId="{1619BE1D-7EAF-4981-A2F3-FBDB0163F11C}" type="presParOf" srcId="{03AF3B41-3242-4F7C-ADA9-16CF5B5949B1}" destId="{665BDE8F-C17F-4820-B02A-A25D087F2367}" srcOrd="0" destOrd="0" presId="urn:microsoft.com/office/officeart/2008/layout/LinedList"/>
    <dgm:cxn modelId="{3F17A638-260C-44F4-8BAF-7AE7162357DC}" type="presParOf" srcId="{03AF3B41-3242-4F7C-ADA9-16CF5B5949B1}" destId="{B1091A0D-2C18-4144-8A14-7095187925F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E593B1-76B4-4254-B137-B095300EAB7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3402815-1659-42D3-8612-028EAA1B6386}">
      <dgm:prSet/>
      <dgm:spPr/>
      <dgm:t>
        <a:bodyPr/>
        <a:lstStyle/>
        <a:p>
          <a:r>
            <a:rPr lang="en-US" b="0" i="0"/>
            <a:t>database designers must obtain a precise description of the data’s nature and many uses within the organization</a:t>
          </a:r>
          <a:endParaRPr lang="en-US"/>
        </a:p>
      </dgm:t>
    </dgm:pt>
    <dgm:pt modelId="{F7FF9679-6271-48EA-AF46-7C9B72F8AD55}" type="parTrans" cxnId="{E37416A6-DBDA-46A0-B0DE-7638C945F629}">
      <dgm:prSet/>
      <dgm:spPr/>
      <dgm:t>
        <a:bodyPr/>
        <a:lstStyle/>
        <a:p>
          <a:endParaRPr lang="en-US"/>
        </a:p>
      </dgm:t>
    </dgm:pt>
    <dgm:pt modelId="{4164E43C-181C-499E-B7CE-CD68A0AEDAA3}" type="sibTrans" cxnId="{E37416A6-DBDA-46A0-B0DE-7638C945F629}">
      <dgm:prSet/>
      <dgm:spPr/>
      <dgm:t>
        <a:bodyPr/>
        <a:lstStyle/>
        <a:p>
          <a:endParaRPr lang="en-US"/>
        </a:p>
      </dgm:t>
    </dgm:pt>
    <dgm:pt modelId="{E14B41A7-01E1-40D5-817C-50CDD3A30CAA}">
      <dgm:prSet/>
      <dgm:spPr/>
      <dgm:t>
        <a:bodyPr/>
        <a:lstStyle/>
        <a:p>
          <a:r>
            <a:rPr lang="en-US" b="0" i="0"/>
            <a:t>Communication among database designers, programmers, and end users should be frequent and clear</a:t>
          </a:r>
          <a:endParaRPr lang="en-US"/>
        </a:p>
      </dgm:t>
    </dgm:pt>
    <dgm:pt modelId="{F2CFEC24-065B-43E6-82ED-D4D0C10A95D7}" type="parTrans" cxnId="{11A59488-7578-41CE-B655-56E503FB0451}">
      <dgm:prSet/>
      <dgm:spPr/>
      <dgm:t>
        <a:bodyPr/>
        <a:lstStyle/>
        <a:p>
          <a:endParaRPr lang="en-US"/>
        </a:p>
      </dgm:t>
    </dgm:pt>
    <dgm:pt modelId="{86A6B53A-8157-4DC6-A40F-ABAEDEC90142}" type="sibTrans" cxnId="{11A59488-7578-41CE-B655-56E503FB0451}">
      <dgm:prSet/>
      <dgm:spPr/>
      <dgm:t>
        <a:bodyPr/>
        <a:lstStyle/>
        <a:p>
          <a:endParaRPr lang="en-US"/>
        </a:p>
      </dgm:t>
    </dgm:pt>
    <dgm:pt modelId="{78B25D25-B8B2-4B9B-906E-F6A418D94C62}">
      <dgm:prSet/>
      <dgm:spPr/>
      <dgm:t>
        <a:bodyPr/>
        <a:lstStyle/>
        <a:p>
          <a:r>
            <a:rPr lang="en-US" b="0" i="0"/>
            <a:t>Data modeling clarifies such communication by reducing the complexities of database design to more easily understood abstractions that define entities, relations, and data transformations</a:t>
          </a:r>
          <a:endParaRPr lang="en-US"/>
        </a:p>
      </dgm:t>
    </dgm:pt>
    <dgm:pt modelId="{480781E7-3907-4EFD-B685-E5A1DDE731D8}" type="parTrans" cxnId="{31E597C1-A3D6-4734-94A6-06A1F1157EC1}">
      <dgm:prSet/>
      <dgm:spPr/>
      <dgm:t>
        <a:bodyPr/>
        <a:lstStyle/>
        <a:p>
          <a:endParaRPr lang="en-US"/>
        </a:p>
      </dgm:t>
    </dgm:pt>
    <dgm:pt modelId="{03278A83-B93E-4DCC-AE5F-B7D4CDED4846}" type="sibTrans" cxnId="{31E597C1-A3D6-4734-94A6-06A1F1157EC1}">
      <dgm:prSet/>
      <dgm:spPr/>
      <dgm:t>
        <a:bodyPr/>
        <a:lstStyle/>
        <a:p>
          <a:endParaRPr lang="en-US"/>
        </a:p>
      </dgm:t>
    </dgm:pt>
    <dgm:pt modelId="{A0829703-A45F-4011-9200-B34A60E7044A}" type="pres">
      <dgm:prSet presAssocID="{67E593B1-76B4-4254-B137-B095300EAB77}" presName="root" presStyleCnt="0">
        <dgm:presLayoutVars>
          <dgm:dir/>
          <dgm:resizeHandles val="exact"/>
        </dgm:presLayoutVars>
      </dgm:prSet>
      <dgm:spPr/>
    </dgm:pt>
    <dgm:pt modelId="{1CCD9872-21A3-4789-9484-50B24FA3B11E}" type="pres">
      <dgm:prSet presAssocID="{93402815-1659-42D3-8612-028EAA1B6386}" presName="compNode" presStyleCnt="0"/>
      <dgm:spPr/>
    </dgm:pt>
    <dgm:pt modelId="{77EEC9A2-C9BC-4AB7-838C-2F167F0B6AEA}" type="pres">
      <dgm:prSet presAssocID="{93402815-1659-42D3-8612-028EAA1B6386}" presName="bgRect" presStyleLbl="bgShp" presStyleIdx="0" presStyleCnt="3"/>
      <dgm:spPr/>
    </dgm:pt>
    <dgm:pt modelId="{7BA4A7D2-28E0-4339-868F-675D8C6EDD8B}" type="pres">
      <dgm:prSet presAssocID="{93402815-1659-42D3-8612-028EAA1B638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5307D68-52DC-45A5-8F33-932625D6749C}" type="pres">
      <dgm:prSet presAssocID="{93402815-1659-42D3-8612-028EAA1B6386}" presName="spaceRect" presStyleCnt="0"/>
      <dgm:spPr/>
    </dgm:pt>
    <dgm:pt modelId="{D615631E-988C-4C02-B0AE-31CB311847B9}" type="pres">
      <dgm:prSet presAssocID="{93402815-1659-42D3-8612-028EAA1B6386}" presName="parTx" presStyleLbl="revTx" presStyleIdx="0" presStyleCnt="3">
        <dgm:presLayoutVars>
          <dgm:chMax val="0"/>
          <dgm:chPref val="0"/>
        </dgm:presLayoutVars>
      </dgm:prSet>
      <dgm:spPr/>
    </dgm:pt>
    <dgm:pt modelId="{59925251-09D7-4C28-9870-00DD60B7A505}" type="pres">
      <dgm:prSet presAssocID="{4164E43C-181C-499E-B7CE-CD68A0AEDAA3}" presName="sibTrans" presStyleCnt="0"/>
      <dgm:spPr/>
    </dgm:pt>
    <dgm:pt modelId="{6FACF2BA-4C74-469A-8976-4D1490C361B8}" type="pres">
      <dgm:prSet presAssocID="{E14B41A7-01E1-40D5-817C-50CDD3A30CAA}" presName="compNode" presStyleCnt="0"/>
      <dgm:spPr/>
    </dgm:pt>
    <dgm:pt modelId="{A8F79A9E-A746-4EC9-A47B-4B8CB7C3D1B2}" type="pres">
      <dgm:prSet presAssocID="{E14B41A7-01E1-40D5-817C-50CDD3A30CAA}" presName="bgRect" presStyleLbl="bgShp" presStyleIdx="1" presStyleCnt="3"/>
      <dgm:spPr/>
    </dgm:pt>
    <dgm:pt modelId="{DA46BF80-5485-48A2-B37D-DE35DC6564B4}" type="pres">
      <dgm:prSet presAssocID="{E14B41A7-01E1-40D5-817C-50CDD3A30CA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FBEA3DD9-08FF-410F-89E6-9BD20CDA0B60}" type="pres">
      <dgm:prSet presAssocID="{E14B41A7-01E1-40D5-817C-50CDD3A30CAA}" presName="spaceRect" presStyleCnt="0"/>
      <dgm:spPr/>
    </dgm:pt>
    <dgm:pt modelId="{F7F9A675-1405-4F0C-A340-6A7DB3024355}" type="pres">
      <dgm:prSet presAssocID="{E14B41A7-01E1-40D5-817C-50CDD3A30CAA}" presName="parTx" presStyleLbl="revTx" presStyleIdx="1" presStyleCnt="3">
        <dgm:presLayoutVars>
          <dgm:chMax val="0"/>
          <dgm:chPref val="0"/>
        </dgm:presLayoutVars>
      </dgm:prSet>
      <dgm:spPr/>
    </dgm:pt>
    <dgm:pt modelId="{D486537E-8A7E-4D08-89E6-22CCB64E1A80}" type="pres">
      <dgm:prSet presAssocID="{86A6B53A-8157-4DC6-A40F-ABAEDEC90142}" presName="sibTrans" presStyleCnt="0"/>
      <dgm:spPr/>
    </dgm:pt>
    <dgm:pt modelId="{F892C7BA-CCAE-4CA5-B901-EB7FFFD00FB7}" type="pres">
      <dgm:prSet presAssocID="{78B25D25-B8B2-4B9B-906E-F6A418D94C62}" presName="compNode" presStyleCnt="0"/>
      <dgm:spPr/>
    </dgm:pt>
    <dgm:pt modelId="{57836861-CDA1-4906-A0BC-FE73A579F132}" type="pres">
      <dgm:prSet presAssocID="{78B25D25-B8B2-4B9B-906E-F6A418D94C62}" presName="bgRect" presStyleLbl="bgShp" presStyleIdx="2" presStyleCnt="3"/>
      <dgm:spPr/>
    </dgm:pt>
    <dgm:pt modelId="{B4B1D6BF-BCCF-4C28-A57B-9726000EBB33}" type="pres">
      <dgm:prSet presAssocID="{78B25D25-B8B2-4B9B-906E-F6A418D94C6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094B9F90-3863-4E3D-AF2D-D5D3F4BBF927}" type="pres">
      <dgm:prSet presAssocID="{78B25D25-B8B2-4B9B-906E-F6A418D94C62}" presName="spaceRect" presStyleCnt="0"/>
      <dgm:spPr/>
    </dgm:pt>
    <dgm:pt modelId="{BA565C2C-17EA-463A-9FDB-50FF8AAAA440}" type="pres">
      <dgm:prSet presAssocID="{78B25D25-B8B2-4B9B-906E-F6A418D94C62}" presName="parTx" presStyleLbl="revTx" presStyleIdx="2" presStyleCnt="3">
        <dgm:presLayoutVars>
          <dgm:chMax val="0"/>
          <dgm:chPref val="0"/>
        </dgm:presLayoutVars>
      </dgm:prSet>
      <dgm:spPr/>
    </dgm:pt>
  </dgm:ptLst>
  <dgm:cxnLst>
    <dgm:cxn modelId="{8537A52A-4144-4E76-A178-4F9321B5266E}" type="presOf" srcId="{78B25D25-B8B2-4B9B-906E-F6A418D94C62}" destId="{BA565C2C-17EA-463A-9FDB-50FF8AAAA440}" srcOrd="0" destOrd="0" presId="urn:microsoft.com/office/officeart/2018/2/layout/IconVerticalSolidList"/>
    <dgm:cxn modelId="{7A948841-0218-4269-AD7B-2CEEBE830A6C}" type="presOf" srcId="{93402815-1659-42D3-8612-028EAA1B6386}" destId="{D615631E-988C-4C02-B0AE-31CB311847B9}" srcOrd="0" destOrd="0" presId="urn:microsoft.com/office/officeart/2018/2/layout/IconVerticalSolidList"/>
    <dgm:cxn modelId="{23B44E72-A348-4751-A248-2C72325A9EA3}" type="presOf" srcId="{67E593B1-76B4-4254-B137-B095300EAB77}" destId="{A0829703-A45F-4011-9200-B34A60E7044A}" srcOrd="0" destOrd="0" presId="urn:microsoft.com/office/officeart/2018/2/layout/IconVerticalSolidList"/>
    <dgm:cxn modelId="{11A59488-7578-41CE-B655-56E503FB0451}" srcId="{67E593B1-76B4-4254-B137-B095300EAB77}" destId="{E14B41A7-01E1-40D5-817C-50CDD3A30CAA}" srcOrd="1" destOrd="0" parTransId="{F2CFEC24-065B-43E6-82ED-D4D0C10A95D7}" sibTransId="{86A6B53A-8157-4DC6-A40F-ABAEDEC90142}"/>
    <dgm:cxn modelId="{E37416A6-DBDA-46A0-B0DE-7638C945F629}" srcId="{67E593B1-76B4-4254-B137-B095300EAB77}" destId="{93402815-1659-42D3-8612-028EAA1B6386}" srcOrd="0" destOrd="0" parTransId="{F7FF9679-6271-48EA-AF46-7C9B72F8AD55}" sibTransId="{4164E43C-181C-499E-B7CE-CD68A0AEDAA3}"/>
    <dgm:cxn modelId="{31E597C1-A3D6-4734-94A6-06A1F1157EC1}" srcId="{67E593B1-76B4-4254-B137-B095300EAB77}" destId="{78B25D25-B8B2-4B9B-906E-F6A418D94C62}" srcOrd="2" destOrd="0" parTransId="{480781E7-3907-4EFD-B685-E5A1DDE731D8}" sibTransId="{03278A83-B93E-4DCC-AE5F-B7D4CDED4846}"/>
    <dgm:cxn modelId="{5CE4CECE-FC0C-44B2-8DAE-61D62059DD11}" type="presOf" srcId="{E14B41A7-01E1-40D5-817C-50CDD3A30CAA}" destId="{F7F9A675-1405-4F0C-A340-6A7DB3024355}" srcOrd="0" destOrd="0" presId="urn:microsoft.com/office/officeart/2018/2/layout/IconVerticalSolidList"/>
    <dgm:cxn modelId="{50026082-4351-4E86-8328-E961B7E228A1}" type="presParOf" srcId="{A0829703-A45F-4011-9200-B34A60E7044A}" destId="{1CCD9872-21A3-4789-9484-50B24FA3B11E}" srcOrd="0" destOrd="0" presId="urn:microsoft.com/office/officeart/2018/2/layout/IconVerticalSolidList"/>
    <dgm:cxn modelId="{64D43174-A51F-41B7-A039-1191ECE8352E}" type="presParOf" srcId="{1CCD9872-21A3-4789-9484-50B24FA3B11E}" destId="{77EEC9A2-C9BC-4AB7-838C-2F167F0B6AEA}" srcOrd="0" destOrd="0" presId="urn:microsoft.com/office/officeart/2018/2/layout/IconVerticalSolidList"/>
    <dgm:cxn modelId="{D875D3BF-DEF8-42B7-8C29-3A9CFD2C66FA}" type="presParOf" srcId="{1CCD9872-21A3-4789-9484-50B24FA3B11E}" destId="{7BA4A7D2-28E0-4339-868F-675D8C6EDD8B}" srcOrd="1" destOrd="0" presId="urn:microsoft.com/office/officeart/2018/2/layout/IconVerticalSolidList"/>
    <dgm:cxn modelId="{2ECC3C4A-D17E-4A12-BF08-644DCA0C3277}" type="presParOf" srcId="{1CCD9872-21A3-4789-9484-50B24FA3B11E}" destId="{05307D68-52DC-45A5-8F33-932625D6749C}" srcOrd="2" destOrd="0" presId="urn:microsoft.com/office/officeart/2018/2/layout/IconVerticalSolidList"/>
    <dgm:cxn modelId="{6D9BEA80-E8FC-4BB6-930D-3B16F9151777}" type="presParOf" srcId="{1CCD9872-21A3-4789-9484-50B24FA3B11E}" destId="{D615631E-988C-4C02-B0AE-31CB311847B9}" srcOrd="3" destOrd="0" presId="urn:microsoft.com/office/officeart/2018/2/layout/IconVerticalSolidList"/>
    <dgm:cxn modelId="{30EFCFC1-26C1-426C-A81D-A4FEA16EB6B3}" type="presParOf" srcId="{A0829703-A45F-4011-9200-B34A60E7044A}" destId="{59925251-09D7-4C28-9870-00DD60B7A505}" srcOrd="1" destOrd="0" presId="urn:microsoft.com/office/officeart/2018/2/layout/IconVerticalSolidList"/>
    <dgm:cxn modelId="{F88190D9-1357-48C2-821F-28ECD833CF2E}" type="presParOf" srcId="{A0829703-A45F-4011-9200-B34A60E7044A}" destId="{6FACF2BA-4C74-469A-8976-4D1490C361B8}" srcOrd="2" destOrd="0" presId="urn:microsoft.com/office/officeart/2018/2/layout/IconVerticalSolidList"/>
    <dgm:cxn modelId="{15ED9E4E-E2B6-43E3-93EB-9BD1A14FB5DB}" type="presParOf" srcId="{6FACF2BA-4C74-469A-8976-4D1490C361B8}" destId="{A8F79A9E-A746-4EC9-A47B-4B8CB7C3D1B2}" srcOrd="0" destOrd="0" presId="urn:microsoft.com/office/officeart/2018/2/layout/IconVerticalSolidList"/>
    <dgm:cxn modelId="{0BFFA3C6-F088-4816-8C2F-D5A7A05C6C54}" type="presParOf" srcId="{6FACF2BA-4C74-469A-8976-4D1490C361B8}" destId="{DA46BF80-5485-48A2-B37D-DE35DC6564B4}" srcOrd="1" destOrd="0" presId="urn:microsoft.com/office/officeart/2018/2/layout/IconVerticalSolidList"/>
    <dgm:cxn modelId="{016CDB3A-AAE9-43DB-9206-39EC91248718}" type="presParOf" srcId="{6FACF2BA-4C74-469A-8976-4D1490C361B8}" destId="{FBEA3DD9-08FF-410F-89E6-9BD20CDA0B60}" srcOrd="2" destOrd="0" presId="urn:microsoft.com/office/officeart/2018/2/layout/IconVerticalSolidList"/>
    <dgm:cxn modelId="{6FA58284-9FD1-427F-A77F-BFAA3C5D63C3}" type="presParOf" srcId="{6FACF2BA-4C74-469A-8976-4D1490C361B8}" destId="{F7F9A675-1405-4F0C-A340-6A7DB3024355}" srcOrd="3" destOrd="0" presId="urn:microsoft.com/office/officeart/2018/2/layout/IconVerticalSolidList"/>
    <dgm:cxn modelId="{EDC729DB-15F2-424D-9620-5AB343F6C46E}" type="presParOf" srcId="{A0829703-A45F-4011-9200-B34A60E7044A}" destId="{D486537E-8A7E-4D08-89E6-22CCB64E1A80}" srcOrd="3" destOrd="0" presId="urn:microsoft.com/office/officeart/2018/2/layout/IconVerticalSolidList"/>
    <dgm:cxn modelId="{16C7C7AE-E910-417B-909A-E3C5F83EE536}" type="presParOf" srcId="{A0829703-A45F-4011-9200-B34A60E7044A}" destId="{F892C7BA-CCAE-4CA5-B901-EB7FFFD00FB7}" srcOrd="4" destOrd="0" presId="urn:microsoft.com/office/officeart/2018/2/layout/IconVerticalSolidList"/>
    <dgm:cxn modelId="{DE6101D5-B94E-421F-B414-12908A30F050}" type="presParOf" srcId="{F892C7BA-CCAE-4CA5-B901-EB7FFFD00FB7}" destId="{57836861-CDA1-4906-A0BC-FE73A579F132}" srcOrd="0" destOrd="0" presId="urn:microsoft.com/office/officeart/2018/2/layout/IconVerticalSolidList"/>
    <dgm:cxn modelId="{2349F630-5F12-4CEC-97D8-B5A5C45758AF}" type="presParOf" srcId="{F892C7BA-CCAE-4CA5-B901-EB7FFFD00FB7}" destId="{B4B1D6BF-BCCF-4C28-A57B-9726000EBB33}" srcOrd="1" destOrd="0" presId="urn:microsoft.com/office/officeart/2018/2/layout/IconVerticalSolidList"/>
    <dgm:cxn modelId="{7A07A47A-8091-4FCB-8933-D16B00B186FF}" type="presParOf" srcId="{F892C7BA-CCAE-4CA5-B901-EB7FFFD00FB7}" destId="{094B9F90-3863-4E3D-AF2D-D5D3F4BBF927}" srcOrd="2" destOrd="0" presId="urn:microsoft.com/office/officeart/2018/2/layout/IconVerticalSolidList"/>
    <dgm:cxn modelId="{3C2E4FE9-6236-4ECC-B949-62B0E9798431}" type="presParOf" srcId="{F892C7BA-CCAE-4CA5-B901-EB7FFFD00FB7}" destId="{BA565C2C-17EA-463A-9FDB-50FF8AAAA44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0E392B-A4E6-46A9-8546-04B0E2770F0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E6228C0-5FAC-4C5B-A070-5F2BAB7D60D2}">
      <dgm:prSet/>
      <dgm:spPr/>
      <dgm:t>
        <a:bodyPr/>
        <a:lstStyle/>
        <a:p>
          <a:r>
            <a:rPr lang="en-US" b="1" i="0"/>
            <a:t>Data modeling</a:t>
          </a:r>
          <a:r>
            <a:rPr lang="en-US" b="0" i="0"/>
            <a:t> - refers to the process of creating a specific data model for a determined problem domain. </a:t>
          </a:r>
          <a:endParaRPr lang="en-US"/>
        </a:p>
      </dgm:t>
    </dgm:pt>
    <dgm:pt modelId="{14A58ADA-A82A-4877-A8B0-A23607D19B2D}" type="parTrans" cxnId="{3CD70703-028E-470E-BCFB-4BBCBB77B7B5}">
      <dgm:prSet/>
      <dgm:spPr/>
      <dgm:t>
        <a:bodyPr/>
        <a:lstStyle/>
        <a:p>
          <a:endParaRPr lang="en-US"/>
        </a:p>
      </dgm:t>
    </dgm:pt>
    <dgm:pt modelId="{E5B6E5ED-4CAF-4DA4-B648-1F710592BA6C}" type="sibTrans" cxnId="{3CD70703-028E-470E-BCFB-4BBCBB77B7B5}">
      <dgm:prSet/>
      <dgm:spPr/>
      <dgm:t>
        <a:bodyPr/>
        <a:lstStyle/>
        <a:p>
          <a:endParaRPr lang="en-US"/>
        </a:p>
      </dgm:t>
    </dgm:pt>
    <dgm:pt modelId="{D0DF1C3A-42A4-4021-BD4F-2928CD62E941}">
      <dgm:prSet/>
      <dgm:spPr/>
      <dgm:t>
        <a:bodyPr/>
        <a:lstStyle/>
        <a:p>
          <a:r>
            <a:rPr lang="en-US" b="1" i="0"/>
            <a:t>Data model</a:t>
          </a:r>
          <a:r>
            <a:rPr lang="en-US" b="0" i="0"/>
            <a:t> - is a relatively simple representation, usually graphical, of more complex real-world data structures.</a:t>
          </a:r>
          <a:endParaRPr lang="en-US"/>
        </a:p>
      </dgm:t>
    </dgm:pt>
    <dgm:pt modelId="{127DD853-AAC2-4A62-95BA-113E24669E5D}" type="parTrans" cxnId="{6B0A67C0-0789-47A8-9372-2CEB5B9BC25C}">
      <dgm:prSet/>
      <dgm:spPr/>
      <dgm:t>
        <a:bodyPr/>
        <a:lstStyle/>
        <a:p>
          <a:endParaRPr lang="en-US"/>
        </a:p>
      </dgm:t>
    </dgm:pt>
    <dgm:pt modelId="{C482BB73-5B8D-422B-A6B7-83D9FBC97982}" type="sibTrans" cxnId="{6B0A67C0-0789-47A8-9372-2CEB5B9BC25C}">
      <dgm:prSet/>
      <dgm:spPr/>
      <dgm:t>
        <a:bodyPr/>
        <a:lstStyle/>
        <a:p>
          <a:endParaRPr lang="en-US"/>
        </a:p>
      </dgm:t>
    </dgm:pt>
    <dgm:pt modelId="{CA57B4EB-EAF4-4A6C-8740-081E7E8DF294}" type="pres">
      <dgm:prSet presAssocID="{FC0E392B-A4E6-46A9-8546-04B0E2770F0C}" presName="root" presStyleCnt="0">
        <dgm:presLayoutVars>
          <dgm:dir/>
          <dgm:resizeHandles val="exact"/>
        </dgm:presLayoutVars>
      </dgm:prSet>
      <dgm:spPr/>
    </dgm:pt>
    <dgm:pt modelId="{3F237F26-14F2-478D-99CF-CAC130FD75F4}" type="pres">
      <dgm:prSet presAssocID="{8E6228C0-5FAC-4C5B-A070-5F2BAB7D60D2}" presName="compNode" presStyleCnt="0"/>
      <dgm:spPr/>
    </dgm:pt>
    <dgm:pt modelId="{384AA551-AEFD-4881-8CEF-6F5C4F505248}" type="pres">
      <dgm:prSet presAssocID="{8E6228C0-5FAC-4C5B-A070-5F2BAB7D60D2}" presName="bgRect" presStyleLbl="bgShp" presStyleIdx="0" presStyleCnt="2"/>
      <dgm:spPr/>
    </dgm:pt>
    <dgm:pt modelId="{BF36AE5E-C232-4647-9717-6764F24F8A42}" type="pres">
      <dgm:prSet presAssocID="{8E6228C0-5FAC-4C5B-A070-5F2BAB7D60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279F3A00-61EC-4F4C-A6E5-7500C7EEB7CD}" type="pres">
      <dgm:prSet presAssocID="{8E6228C0-5FAC-4C5B-A070-5F2BAB7D60D2}" presName="spaceRect" presStyleCnt="0"/>
      <dgm:spPr/>
    </dgm:pt>
    <dgm:pt modelId="{ED0C63C8-72E8-4789-99AA-F1151B99416B}" type="pres">
      <dgm:prSet presAssocID="{8E6228C0-5FAC-4C5B-A070-5F2BAB7D60D2}" presName="parTx" presStyleLbl="revTx" presStyleIdx="0" presStyleCnt="2">
        <dgm:presLayoutVars>
          <dgm:chMax val="0"/>
          <dgm:chPref val="0"/>
        </dgm:presLayoutVars>
      </dgm:prSet>
      <dgm:spPr/>
    </dgm:pt>
    <dgm:pt modelId="{A75EDADB-190B-4277-90BF-9C4108CE7650}" type="pres">
      <dgm:prSet presAssocID="{E5B6E5ED-4CAF-4DA4-B648-1F710592BA6C}" presName="sibTrans" presStyleCnt="0"/>
      <dgm:spPr/>
    </dgm:pt>
    <dgm:pt modelId="{8682A77C-AB3B-4C3F-9131-FE43967E046E}" type="pres">
      <dgm:prSet presAssocID="{D0DF1C3A-42A4-4021-BD4F-2928CD62E941}" presName="compNode" presStyleCnt="0"/>
      <dgm:spPr/>
    </dgm:pt>
    <dgm:pt modelId="{2AEF1EC2-FCB6-4BFA-BA41-3B3546B25C8A}" type="pres">
      <dgm:prSet presAssocID="{D0DF1C3A-42A4-4021-BD4F-2928CD62E941}" presName="bgRect" presStyleLbl="bgShp" presStyleIdx="1" presStyleCnt="2"/>
      <dgm:spPr/>
    </dgm:pt>
    <dgm:pt modelId="{B401DBD0-2FD3-4173-8C48-D457696783C4}" type="pres">
      <dgm:prSet presAssocID="{D0DF1C3A-42A4-4021-BD4F-2928CD62E94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E7C29373-8D62-4562-8768-A128EDABC046}" type="pres">
      <dgm:prSet presAssocID="{D0DF1C3A-42A4-4021-BD4F-2928CD62E941}" presName="spaceRect" presStyleCnt="0"/>
      <dgm:spPr/>
    </dgm:pt>
    <dgm:pt modelId="{A17CBF43-D1B1-4AC4-8993-7811BB292878}" type="pres">
      <dgm:prSet presAssocID="{D0DF1C3A-42A4-4021-BD4F-2928CD62E941}" presName="parTx" presStyleLbl="revTx" presStyleIdx="1" presStyleCnt="2">
        <dgm:presLayoutVars>
          <dgm:chMax val="0"/>
          <dgm:chPref val="0"/>
        </dgm:presLayoutVars>
      </dgm:prSet>
      <dgm:spPr/>
    </dgm:pt>
  </dgm:ptLst>
  <dgm:cxnLst>
    <dgm:cxn modelId="{3CD70703-028E-470E-BCFB-4BBCBB77B7B5}" srcId="{FC0E392B-A4E6-46A9-8546-04B0E2770F0C}" destId="{8E6228C0-5FAC-4C5B-A070-5F2BAB7D60D2}" srcOrd="0" destOrd="0" parTransId="{14A58ADA-A82A-4877-A8B0-A23607D19B2D}" sibTransId="{E5B6E5ED-4CAF-4DA4-B648-1F710592BA6C}"/>
    <dgm:cxn modelId="{4C581B2D-1AAA-4310-9688-366B7377DA48}" type="presOf" srcId="{8E6228C0-5FAC-4C5B-A070-5F2BAB7D60D2}" destId="{ED0C63C8-72E8-4789-99AA-F1151B99416B}" srcOrd="0" destOrd="0" presId="urn:microsoft.com/office/officeart/2018/2/layout/IconVerticalSolidList"/>
    <dgm:cxn modelId="{6B0A67C0-0789-47A8-9372-2CEB5B9BC25C}" srcId="{FC0E392B-A4E6-46A9-8546-04B0E2770F0C}" destId="{D0DF1C3A-42A4-4021-BD4F-2928CD62E941}" srcOrd="1" destOrd="0" parTransId="{127DD853-AAC2-4A62-95BA-113E24669E5D}" sibTransId="{C482BB73-5B8D-422B-A6B7-83D9FBC97982}"/>
    <dgm:cxn modelId="{836784CF-F9FA-4921-A2C1-E1C2958714A1}" type="presOf" srcId="{D0DF1C3A-42A4-4021-BD4F-2928CD62E941}" destId="{A17CBF43-D1B1-4AC4-8993-7811BB292878}" srcOrd="0" destOrd="0" presId="urn:microsoft.com/office/officeart/2018/2/layout/IconVerticalSolidList"/>
    <dgm:cxn modelId="{D4C803D8-E963-4242-9B47-800B017DF76B}" type="presOf" srcId="{FC0E392B-A4E6-46A9-8546-04B0E2770F0C}" destId="{CA57B4EB-EAF4-4A6C-8740-081E7E8DF294}" srcOrd="0" destOrd="0" presId="urn:microsoft.com/office/officeart/2018/2/layout/IconVerticalSolidList"/>
    <dgm:cxn modelId="{C212A0C3-1E0A-43B5-A4DE-826C69AE2839}" type="presParOf" srcId="{CA57B4EB-EAF4-4A6C-8740-081E7E8DF294}" destId="{3F237F26-14F2-478D-99CF-CAC130FD75F4}" srcOrd="0" destOrd="0" presId="urn:microsoft.com/office/officeart/2018/2/layout/IconVerticalSolidList"/>
    <dgm:cxn modelId="{4205EEC4-6FB6-4CB2-A8F5-6D38203DFB7E}" type="presParOf" srcId="{3F237F26-14F2-478D-99CF-CAC130FD75F4}" destId="{384AA551-AEFD-4881-8CEF-6F5C4F505248}" srcOrd="0" destOrd="0" presId="urn:microsoft.com/office/officeart/2018/2/layout/IconVerticalSolidList"/>
    <dgm:cxn modelId="{28ABE3FF-7566-4D54-93D5-BFD24D4E912A}" type="presParOf" srcId="{3F237F26-14F2-478D-99CF-CAC130FD75F4}" destId="{BF36AE5E-C232-4647-9717-6764F24F8A42}" srcOrd="1" destOrd="0" presId="urn:microsoft.com/office/officeart/2018/2/layout/IconVerticalSolidList"/>
    <dgm:cxn modelId="{02898F55-97C4-4336-A3D6-B519C0D765EA}" type="presParOf" srcId="{3F237F26-14F2-478D-99CF-CAC130FD75F4}" destId="{279F3A00-61EC-4F4C-A6E5-7500C7EEB7CD}" srcOrd="2" destOrd="0" presId="urn:microsoft.com/office/officeart/2018/2/layout/IconVerticalSolidList"/>
    <dgm:cxn modelId="{481BB9FD-660F-44EA-BB14-586EADF5F829}" type="presParOf" srcId="{3F237F26-14F2-478D-99CF-CAC130FD75F4}" destId="{ED0C63C8-72E8-4789-99AA-F1151B99416B}" srcOrd="3" destOrd="0" presId="urn:microsoft.com/office/officeart/2018/2/layout/IconVerticalSolidList"/>
    <dgm:cxn modelId="{B9250BAA-9FE0-4E58-B29A-5A8276ABF215}" type="presParOf" srcId="{CA57B4EB-EAF4-4A6C-8740-081E7E8DF294}" destId="{A75EDADB-190B-4277-90BF-9C4108CE7650}" srcOrd="1" destOrd="0" presId="urn:microsoft.com/office/officeart/2018/2/layout/IconVerticalSolidList"/>
    <dgm:cxn modelId="{F54A96C2-25EF-4CED-A2D2-6FE1A333B9E9}" type="presParOf" srcId="{CA57B4EB-EAF4-4A6C-8740-081E7E8DF294}" destId="{8682A77C-AB3B-4C3F-9131-FE43967E046E}" srcOrd="2" destOrd="0" presId="urn:microsoft.com/office/officeart/2018/2/layout/IconVerticalSolidList"/>
    <dgm:cxn modelId="{98A64C8D-9381-429E-B4EB-D6176E189904}" type="presParOf" srcId="{8682A77C-AB3B-4C3F-9131-FE43967E046E}" destId="{2AEF1EC2-FCB6-4BFA-BA41-3B3546B25C8A}" srcOrd="0" destOrd="0" presId="urn:microsoft.com/office/officeart/2018/2/layout/IconVerticalSolidList"/>
    <dgm:cxn modelId="{A483F029-A496-465C-99A4-3D355BDE0640}" type="presParOf" srcId="{8682A77C-AB3B-4C3F-9131-FE43967E046E}" destId="{B401DBD0-2FD3-4173-8C48-D457696783C4}" srcOrd="1" destOrd="0" presId="urn:microsoft.com/office/officeart/2018/2/layout/IconVerticalSolidList"/>
    <dgm:cxn modelId="{3BE0B7C6-AE99-423E-A10C-FF6A964A6F6B}" type="presParOf" srcId="{8682A77C-AB3B-4C3F-9131-FE43967E046E}" destId="{E7C29373-8D62-4562-8768-A128EDABC046}" srcOrd="2" destOrd="0" presId="urn:microsoft.com/office/officeart/2018/2/layout/IconVerticalSolidList"/>
    <dgm:cxn modelId="{EF374500-8ABC-4A88-96F5-8B43DBF3403F}" type="presParOf" srcId="{8682A77C-AB3B-4C3F-9131-FE43967E046E}" destId="{A17CBF43-D1B1-4AC4-8993-7811BB29287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44DE01-8BE1-4556-A267-89B8360BD7DE}"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0DC5EA38-38A9-4466-B03F-F5AD9B0CF649}">
      <dgm:prSet/>
      <dgm:spPr/>
      <dgm:t>
        <a:bodyPr/>
        <a:lstStyle/>
        <a:p>
          <a:r>
            <a:rPr lang="en-US" b="0" i="0"/>
            <a:t>A problem domain is a clearly defined area within the real-world environment, with a well-defined scope and boundaries that will be systematically addressed</a:t>
          </a:r>
          <a:endParaRPr lang="en-US"/>
        </a:p>
      </dgm:t>
    </dgm:pt>
    <dgm:pt modelId="{8645A380-BED0-4900-ABB1-32321D4540F6}" type="parTrans" cxnId="{431629F5-5553-41C6-8BBB-43D32D8C5447}">
      <dgm:prSet/>
      <dgm:spPr/>
      <dgm:t>
        <a:bodyPr/>
        <a:lstStyle/>
        <a:p>
          <a:endParaRPr lang="en-US"/>
        </a:p>
      </dgm:t>
    </dgm:pt>
    <dgm:pt modelId="{4DA094D9-4D1E-4CF8-AF4B-21B8581251E5}" type="sibTrans" cxnId="{431629F5-5553-41C6-8BBB-43D32D8C5447}">
      <dgm:prSet/>
      <dgm:spPr/>
      <dgm:t>
        <a:bodyPr/>
        <a:lstStyle/>
        <a:p>
          <a:endParaRPr lang="en-US"/>
        </a:p>
      </dgm:t>
    </dgm:pt>
    <dgm:pt modelId="{053A7B68-3BA1-42B8-BED3-11ADAC3E9D58}">
      <dgm:prSet/>
      <dgm:spPr/>
      <dgm:t>
        <a:bodyPr/>
        <a:lstStyle/>
        <a:p>
          <a:r>
            <a:rPr lang="en-US" b="0" i="0"/>
            <a:t>a </a:t>
          </a:r>
          <a:r>
            <a:rPr lang="en-US" b="1" i="0"/>
            <a:t>model </a:t>
          </a:r>
          <a:r>
            <a:rPr lang="en-US" b="0" i="0"/>
            <a:t>is an abstraction of a more complex real-world object or event. A model’s main function is to help you understand the complexities of the real-world environment.</a:t>
          </a:r>
          <a:endParaRPr lang="en-US"/>
        </a:p>
      </dgm:t>
    </dgm:pt>
    <dgm:pt modelId="{0DC6FE01-FA27-4CF6-A24C-E50F30231A2C}" type="parTrans" cxnId="{40B1CB98-C8BE-42DD-88E1-76C2B28F22B2}">
      <dgm:prSet/>
      <dgm:spPr/>
      <dgm:t>
        <a:bodyPr/>
        <a:lstStyle/>
        <a:p>
          <a:endParaRPr lang="en-US"/>
        </a:p>
      </dgm:t>
    </dgm:pt>
    <dgm:pt modelId="{E525663F-3D34-4001-998B-5887AC55C39C}" type="sibTrans" cxnId="{40B1CB98-C8BE-42DD-88E1-76C2B28F22B2}">
      <dgm:prSet/>
      <dgm:spPr/>
      <dgm:t>
        <a:bodyPr/>
        <a:lstStyle/>
        <a:p>
          <a:endParaRPr lang="en-US"/>
        </a:p>
      </dgm:t>
    </dgm:pt>
    <dgm:pt modelId="{3714D940-C676-494F-A025-42844D1A7E87}" type="pres">
      <dgm:prSet presAssocID="{2644DE01-8BE1-4556-A267-89B8360BD7DE}" presName="vert0" presStyleCnt="0">
        <dgm:presLayoutVars>
          <dgm:dir/>
          <dgm:animOne val="branch"/>
          <dgm:animLvl val="lvl"/>
        </dgm:presLayoutVars>
      </dgm:prSet>
      <dgm:spPr/>
    </dgm:pt>
    <dgm:pt modelId="{77833B56-07B4-4FC6-A13F-38C226BC31C6}" type="pres">
      <dgm:prSet presAssocID="{0DC5EA38-38A9-4466-B03F-F5AD9B0CF649}" presName="thickLine" presStyleLbl="alignNode1" presStyleIdx="0" presStyleCnt="2"/>
      <dgm:spPr/>
    </dgm:pt>
    <dgm:pt modelId="{8706BDEE-9FA1-46AC-A55C-BD0A985667A5}" type="pres">
      <dgm:prSet presAssocID="{0DC5EA38-38A9-4466-B03F-F5AD9B0CF649}" presName="horz1" presStyleCnt="0"/>
      <dgm:spPr/>
    </dgm:pt>
    <dgm:pt modelId="{D14E8207-C9EA-4311-92D2-B16B23A0AB3A}" type="pres">
      <dgm:prSet presAssocID="{0DC5EA38-38A9-4466-B03F-F5AD9B0CF649}" presName="tx1" presStyleLbl="revTx" presStyleIdx="0" presStyleCnt="2"/>
      <dgm:spPr/>
    </dgm:pt>
    <dgm:pt modelId="{1C7C387B-CC09-4169-A7B2-90A09F96DCFB}" type="pres">
      <dgm:prSet presAssocID="{0DC5EA38-38A9-4466-B03F-F5AD9B0CF649}" presName="vert1" presStyleCnt="0"/>
      <dgm:spPr/>
    </dgm:pt>
    <dgm:pt modelId="{A14F6E97-B0EC-474C-958A-96D68CEB96F2}" type="pres">
      <dgm:prSet presAssocID="{053A7B68-3BA1-42B8-BED3-11ADAC3E9D58}" presName="thickLine" presStyleLbl="alignNode1" presStyleIdx="1" presStyleCnt="2"/>
      <dgm:spPr/>
    </dgm:pt>
    <dgm:pt modelId="{84F41FC7-95C8-4D66-985B-A1BBD5BD6030}" type="pres">
      <dgm:prSet presAssocID="{053A7B68-3BA1-42B8-BED3-11ADAC3E9D58}" presName="horz1" presStyleCnt="0"/>
      <dgm:spPr/>
    </dgm:pt>
    <dgm:pt modelId="{DCE5BC67-4680-47AD-ABAA-2DDA5D13B92D}" type="pres">
      <dgm:prSet presAssocID="{053A7B68-3BA1-42B8-BED3-11ADAC3E9D58}" presName="tx1" presStyleLbl="revTx" presStyleIdx="1" presStyleCnt="2"/>
      <dgm:spPr/>
    </dgm:pt>
    <dgm:pt modelId="{4F5F8F27-9C6D-4642-8096-CD0E1ACDE3E5}" type="pres">
      <dgm:prSet presAssocID="{053A7B68-3BA1-42B8-BED3-11ADAC3E9D58}" presName="vert1" presStyleCnt="0"/>
      <dgm:spPr/>
    </dgm:pt>
  </dgm:ptLst>
  <dgm:cxnLst>
    <dgm:cxn modelId="{9C300F54-0A07-41DA-9CA3-54F0B07DC364}" type="presOf" srcId="{2644DE01-8BE1-4556-A267-89B8360BD7DE}" destId="{3714D940-C676-494F-A025-42844D1A7E87}" srcOrd="0" destOrd="0" presId="urn:microsoft.com/office/officeart/2008/layout/LinedList"/>
    <dgm:cxn modelId="{40B1CB98-C8BE-42DD-88E1-76C2B28F22B2}" srcId="{2644DE01-8BE1-4556-A267-89B8360BD7DE}" destId="{053A7B68-3BA1-42B8-BED3-11ADAC3E9D58}" srcOrd="1" destOrd="0" parTransId="{0DC6FE01-FA27-4CF6-A24C-E50F30231A2C}" sibTransId="{E525663F-3D34-4001-998B-5887AC55C39C}"/>
    <dgm:cxn modelId="{A4EBDCDC-24B9-40A3-A349-BE9FAF542CF0}" type="presOf" srcId="{053A7B68-3BA1-42B8-BED3-11ADAC3E9D58}" destId="{DCE5BC67-4680-47AD-ABAA-2DDA5D13B92D}" srcOrd="0" destOrd="0" presId="urn:microsoft.com/office/officeart/2008/layout/LinedList"/>
    <dgm:cxn modelId="{431629F5-5553-41C6-8BBB-43D32D8C5447}" srcId="{2644DE01-8BE1-4556-A267-89B8360BD7DE}" destId="{0DC5EA38-38A9-4466-B03F-F5AD9B0CF649}" srcOrd="0" destOrd="0" parTransId="{8645A380-BED0-4900-ABB1-32321D4540F6}" sibTransId="{4DA094D9-4D1E-4CF8-AF4B-21B8581251E5}"/>
    <dgm:cxn modelId="{3792ECFA-F2D8-478E-A173-BE13A217BBAC}" type="presOf" srcId="{0DC5EA38-38A9-4466-B03F-F5AD9B0CF649}" destId="{D14E8207-C9EA-4311-92D2-B16B23A0AB3A}" srcOrd="0" destOrd="0" presId="urn:microsoft.com/office/officeart/2008/layout/LinedList"/>
    <dgm:cxn modelId="{8EE8F807-B66C-46DA-8F50-3C2B6EDB6724}" type="presParOf" srcId="{3714D940-C676-494F-A025-42844D1A7E87}" destId="{77833B56-07B4-4FC6-A13F-38C226BC31C6}" srcOrd="0" destOrd="0" presId="urn:microsoft.com/office/officeart/2008/layout/LinedList"/>
    <dgm:cxn modelId="{3FE02AF3-836F-4576-B044-27131C53419B}" type="presParOf" srcId="{3714D940-C676-494F-A025-42844D1A7E87}" destId="{8706BDEE-9FA1-46AC-A55C-BD0A985667A5}" srcOrd="1" destOrd="0" presId="urn:microsoft.com/office/officeart/2008/layout/LinedList"/>
    <dgm:cxn modelId="{4E49DA65-746C-499B-9647-D939BB28D0A4}" type="presParOf" srcId="{8706BDEE-9FA1-46AC-A55C-BD0A985667A5}" destId="{D14E8207-C9EA-4311-92D2-B16B23A0AB3A}" srcOrd="0" destOrd="0" presId="urn:microsoft.com/office/officeart/2008/layout/LinedList"/>
    <dgm:cxn modelId="{C20A844E-8F16-4067-821E-8EF21067C63B}" type="presParOf" srcId="{8706BDEE-9FA1-46AC-A55C-BD0A985667A5}" destId="{1C7C387B-CC09-4169-A7B2-90A09F96DCFB}" srcOrd="1" destOrd="0" presId="urn:microsoft.com/office/officeart/2008/layout/LinedList"/>
    <dgm:cxn modelId="{219ACE53-662C-469A-A752-03875C00CF45}" type="presParOf" srcId="{3714D940-C676-494F-A025-42844D1A7E87}" destId="{A14F6E97-B0EC-474C-958A-96D68CEB96F2}" srcOrd="2" destOrd="0" presId="urn:microsoft.com/office/officeart/2008/layout/LinedList"/>
    <dgm:cxn modelId="{57D5FF0D-CCB2-4518-B3F6-84393587E424}" type="presParOf" srcId="{3714D940-C676-494F-A025-42844D1A7E87}" destId="{84F41FC7-95C8-4D66-985B-A1BBD5BD6030}" srcOrd="3" destOrd="0" presId="urn:microsoft.com/office/officeart/2008/layout/LinedList"/>
    <dgm:cxn modelId="{3BB2BFC2-0EDE-4A62-BE52-6943C1DADB74}" type="presParOf" srcId="{84F41FC7-95C8-4D66-985B-A1BBD5BD6030}" destId="{DCE5BC67-4680-47AD-ABAA-2DDA5D13B92D}" srcOrd="0" destOrd="0" presId="urn:microsoft.com/office/officeart/2008/layout/LinedList"/>
    <dgm:cxn modelId="{2FA3473D-2275-42BA-8EF1-0F05E8CCAF53}" type="presParOf" srcId="{84F41FC7-95C8-4D66-985B-A1BBD5BD6030}" destId="{4F5F8F27-9C6D-4642-8096-CD0E1ACDE3E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8BD3030-4862-4A66-B355-3DB5846253A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99CDA15-F41C-45F9-94E9-84850E8C7453}">
      <dgm:prSet/>
      <dgm:spPr/>
      <dgm:t>
        <a:bodyPr/>
        <a:lstStyle/>
        <a:p>
          <a:r>
            <a:rPr lang="en-US" b="0" i="0"/>
            <a:t>Data models can facilitate interaction among the designer, the applications programmer, and the end user.</a:t>
          </a:r>
          <a:endParaRPr lang="en-US"/>
        </a:p>
      </dgm:t>
    </dgm:pt>
    <dgm:pt modelId="{543710A4-E29B-4FAA-96B2-494F1D963815}" type="parTrans" cxnId="{B3C53D56-D72A-43A7-BAD3-1471136701EA}">
      <dgm:prSet/>
      <dgm:spPr/>
      <dgm:t>
        <a:bodyPr/>
        <a:lstStyle/>
        <a:p>
          <a:endParaRPr lang="en-US"/>
        </a:p>
      </dgm:t>
    </dgm:pt>
    <dgm:pt modelId="{5C322E7C-D6BA-4CAD-9BFC-C7106602808A}" type="sibTrans" cxnId="{B3C53D56-D72A-43A7-BAD3-1471136701EA}">
      <dgm:prSet/>
      <dgm:spPr/>
      <dgm:t>
        <a:bodyPr/>
        <a:lstStyle/>
        <a:p>
          <a:endParaRPr lang="en-US"/>
        </a:p>
      </dgm:t>
    </dgm:pt>
    <dgm:pt modelId="{A2B312C9-2ACB-45CE-89D6-0A8B36688A8A}">
      <dgm:prSet/>
      <dgm:spPr/>
      <dgm:t>
        <a:bodyPr/>
        <a:lstStyle/>
        <a:p>
          <a:r>
            <a:rPr lang="en-US" b="0" i="0"/>
            <a:t>A well-developed data model can even foster improved understanding of the organization for which the database design is developed.</a:t>
          </a:r>
          <a:endParaRPr lang="en-US"/>
        </a:p>
      </dgm:t>
    </dgm:pt>
    <dgm:pt modelId="{77491464-818D-425D-9E7D-CB2EE62B145E}" type="parTrans" cxnId="{7548C5CB-88F8-4687-A2E8-F6DC5836670F}">
      <dgm:prSet/>
      <dgm:spPr/>
      <dgm:t>
        <a:bodyPr/>
        <a:lstStyle/>
        <a:p>
          <a:endParaRPr lang="en-US"/>
        </a:p>
      </dgm:t>
    </dgm:pt>
    <dgm:pt modelId="{F4351886-F47E-41C3-ADB4-27AC1A296481}" type="sibTrans" cxnId="{7548C5CB-88F8-4687-A2E8-F6DC5836670F}">
      <dgm:prSet/>
      <dgm:spPr/>
      <dgm:t>
        <a:bodyPr/>
        <a:lstStyle/>
        <a:p>
          <a:endParaRPr lang="en-US"/>
        </a:p>
      </dgm:t>
    </dgm:pt>
    <dgm:pt modelId="{1E4D42BE-F898-4C78-8E4A-ABDE06EAE982}" type="pres">
      <dgm:prSet presAssocID="{D8BD3030-4862-4A66-B355-3DB5846253A0}" presName="root" presStyleCnt="0">
        <dgm:presLayoutVars>
          <dgm:dir/>
          <dgm:resizeHandles val="exact"/>
        </dgm:presLayoutVars>
      </dgm:prSet>
      <dgm:spPr/>
    </dgm:pt>
    <dgm:pt modelId="{C3F83C86-FCEF-4183-B818-D9E11584D2C2}" type="pres">
      <dgm:prSet presAssocID="{299CDA15-F41C-45F9-94E9-84850E8C7453}" presName="compNode" presStyleCnt="0"/>
      <dgm:spPr/>
    </dgm:pt>
    <dgm:pt modelId="{6FFA80AE-8964-4FC6-91BA-A919BB1EAEA6}" type="pres">
      <dgm:prSet presAssocID="{299CDA15-F41C-45F9-94E9-84850E8C7453}" presName="bgRect" presStyleLbl="bgShp" presStyleIdx="0" presStyleCnt="2"/>
      <dgm:spPr/>
    </dgm:pt>
    <dgm:pt modelId="{C7395A10-D6D9-495C-AB4C-874B69620D89}" type="pres">
      <dgm:prSet presAssocID="{299CDA15-F41C-45F9-94E9-84850E8C745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80086442-478E-4744-BCC7-F8DEDBE454CF}" type="pres">
      <dgm:prSet presAssocID="{299CDA15-F41C-45F9-94E9-84850E8C7453}" presName="spaceRect" presStyleCnt="0"/>
      <dgm:spPr/>
    </dgm:pt>
    <dgm:pt modelId="{20738C5C-0303-483D-BC61-EA68E6184297}" type="pres">
      <dgm:prSet presAssocID="{299CDA15-F41C-45F9-94E9-84850E8C7453}" presName="parTx" presStyleLbl="revTx" presStyleIdx="0" presStyleCnt="2">
        <dgm:presLayoutVars>
          <dgm:chMax val="0"/>
          <dgm:chPref val="0"/>
        </dgm:presLayoutVars>
      </dgm:prSet>
      <dgm:spPr/>
    </dgm:pt>
    <dgm:pt modelId="{BEEF0356-274C-49CB-9CB7-D4E40DA4433D}" type="pres">
      <dgm:prSet presAssocID="{5C322E7C-D6BA-4CAD-9BFC-C7106602808A}" presName="sibTrans" presStyleCnt="0"/>
      <dgm:spPr/>
    </dgm:pt>
    <dgm:pt modelId="{7018A334-EBE6-46A2-BBBF-23C839B4DE6B}" type="pres">
      <dgm:prSet presAssocID="{A2B312C9-2ACB-45CE-89D6-0A8B36688A8A}" presName="compNode" presStyleCnt="0"/>
      <dgm:spPr/>
    </dgm:pt>
    <dgm:pt modelId="{E6969F73-0870-4AF1-99BB-EA6CC3B72953}" type="pres">
      <dgm:prSet presAssocID="{A2B312C9-2ACB-45CE-89D6-0A8B36688A8A}" presName="bgRect" presStyleLbl="bgShp" presStyleIdx="1" presStyleCnt="2"/>
      <dgm:spPr/>
    </dgm:pt>
    <dgm:pt modelId="{FCF7BED0-0E28-4372-8EE0-F4E1ADDBA283}" type="pres">
      <dgm:prSet presAssocID="{A2B312C9-2ACB-45CE-89D6-0A8B36688A8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26A4796-CC08-4703-BB75-B72E4DD5384D}" type="pres">
      <dgm:prSet presAssocID="{A2B312C9-2ACB-45CE-89D6-0A8B36688A8A}" presName="spaceRect" presStyleCnt="0"/>
      <dgm:spPr/>
    </dgm:pt>
    <dgm:pt modelId="{9EBC3490-0384-4A8F-A40B-B239D4F5C3B6}" type="pres">
      <dgm:prSet presAssocID="{A2B312C9-2ACB-45CE-89D6-0A8B36688A8A}" presName="parTx" presStyleLbl="revTx" presStyleIdx="1" presStyleCnt="2">
        <dgm:presLayoutVars>
          <dgm:chMax val="0"/>
          <dgm:chPref val="0"/>
        </dgm:presLayoutVars>
      </dgm:prSet>
      <dgm:spPr/>
    </dgm:pt>
  </dgm:ptLst>
  <dgm:cxnLst>
    <dgm:cxn modelId="{B3C53D56-D72A-43A7-BAD3-1471136701EA}" srcId="{D8BD3030-4862-4A66-B355-3DB5846253A0}" destId="{299CDA15-F41C-45F9-94E9-84850E8C7453}" srcOrd="0" destOrd="0" parTransId="{543710A4-E29B-4FAA-96B2-494F1D963815}" sibTransId="{5C322E7C-D6BA-4CAD-9BFC-C7106602808A}"/>
    <dgm:cxn modelId="{1F8A8B7E-60EE-448F-B0CB-75D9639DB9E3}" type="presOf" srcId="{299CDA15-F41C-45F9-94E9-84850E8C7453}" destId="{20738C5C-0303-483D-BC61-EA68E6184297}" srcOrd="0" destOrd="0" presId="urn:microsoft.com/office/officeart/2018/2/layout/IconVerticalSolidList"/>
    <dgm:cxn modelId="{09F9B1A3-B284-4523-87CE-F128B902E631}" type="presOf" srcId="{D8BD3030-4862-4A66-B355-3DB5846253A0}" destId="{1E4D42BE-F898-4C78-8E4A-ABDE06EAE982}" srcOrd="0" destOrd="0" presId="urn:microsoft.com/office/officeart/2018/2/layout/IconVerticalSolidList"/>
    <dgm:cxn modelId="{925E9AAE-4AD9-46D4-90B2-D85CE719B3FC}" type="presOf" srcId="{A2B312C9-2ACB-45CE-89D6-0A8B36688A8A}" destId="{9EBC3490-0384-4A8F-A40B-B239D4F5C3B6}" srcOrd="0" destOrd="0" presId="urn:microsoft.com/office/officeart/2018/2/layout/IconVerticalSolidList"/>
    <dgm:cxn modelId="{7548C5CB-88F8-4687-A2E8-F6DC5836670F}" srcId="{D8BD3030-4862-4A66-B355-3DB5846253A0}" destId="{A2B312C9-2ACB-45CE-89D6-0A8B36688A8A}" srcOrd="1" destOrd="0" parTransId="{77491464-818D-425D-9E7D-CB2EE62B145E}" sibTransId="{F4351886-F47E-41C3-ADB4-27AC1A296481}"/>
    <dgm:cxn modelId="{5342B69C-0BCE-440E-83C5-0BBB6F7A375F}" type="presParOf" srcId="{1E4D42BE-F898-4C78-8E4A-ABDE06EAE982}" destId="{C3F83C86-FCEF-4183-B818-D9E11584D2C2}" srcOrd="0" destOrd="0" presId="urn:microsoft.com/office/officeart/2018/2/layout/IconVerticalSolidList"/>
    <dgm:cxn modelId="{E22F247D-7785-44DF-A31F-742E25353B69}" type="presParOf" srcId="{C3F83C86-FCEF-4183-B818-D9E11584D2C2}" destId="{6FFA80AE-8964-4FC6-91BA-A919BB1EAEA6}" srcOrd="0" destOrd="0" presId="urn:microsoft.com/office/officeart/2018/2/layout/IconVerticalSolidList"/>
    <dgm:cxn modelId="{085C7C80-1753-4171-8A5C-28514234BC4A}" type="presParOf" srcId="{C3F83C86-FCEF-4183-B818-D9E11584D2C2}" destId="{C7395A10-D6D9-495C-AB4C-874B69620D89}" srcOrd="1" destOrd="0" presId="urn:microsoft.com/office/officeart/2018/2/layout/IconVerticalSolidList"/>
    <dgm:cxn modelId="{9A9D7133-FA40-4938-9ACC-A6F9D3BF5E6C}" type="presParOf" srcId="{C3F83C86-FCEF-4183-B818-D9E11584D2C2}" destId="{80086442-478E-4744-BCC7-F8DEDBE454CF}" srcOrd="2" destOrd="0" presId="urn:microsoft.com/office/officeart/2018/2/layout/IconVerticalSolidList"/>
    <dgm:cxn modelId="{4BC6BB41-0853-4F51-9FF7-6056513FF066}" type="presParOf" srcId="{C3F83C86-FCEF-4183-B818-D9E11584D2C2}" destId="{20738C5C-0303-483D-BC61-EA68E6184297}" srcOrd="3" destOrd="0" presId="urn:microsoft.com/office/officeart/2018/2/layout/IconVerticalSolidList"/>
    <dgm:cxn modelId="{6A23B9BF-E082-4FBD-B166-A8B645C326C8}" type="presParOf" srcId="{1E4D42BE-F898-4C78-8E4A-ABDE06EAE982}" destId="{BEEF0356-274C-49CB-9CB7-D4E40DA4433D}" srcOrd="1" destOrd="0" presId="urn:microsoft.com/office/officeart/2018/2/layout/IconVerticalSolidList"/>
    <dgm:cxn modelId="{0758D82C-01E5-4986-833F-6E47F87D7E36}" type="presParOf" srcId="{1E4D42BE-F898-4C78-8E4A-ABDE06EAE982}" destId="{7018A334-EBE6-46A2-BBBF-23C839B4DE6B}" srcOrd="2" destOrd="0" presId="urn:microsoft.com/office/officeart/2018/2/layout/IconVerticalSolidList"/>
    <dgm:cxn modelId="{92FE019F-BE55-4817-B366-8255C481F349}" type="presParOf" srcId="{7018A334-EBE6-46A2-BBBF-23C839B4DE6B}" destId="{E6969F73-0870-4AF1-99BB-EA6CC3B72953}" srcOrd="0" destOrd="0" presId="urn:microsoft.com/office/officeart/2018/2/layout/IconVerticalSolidList"/>
    <dgm:cxn modelId="{2B2D0ABD-2DFB-4E87-81C1-5BE6139D96A4}" type="presParOf" srcId="{7018A334-EBE6-46A2-BBBF-23C839B4DE6B}" destId="{FCF7BED0-0E28-4372-8EE0-F4E1ADDBA283}" srcOrd="1" destOrd="0" presId="urn:microsoft.com/office/officeart/2018/2/layout/IconVerticalSolidList"/>
    <dgm:cxn modelId="{14774009-CF8F-4119-A6B2-B69B938F9157}" type="presParOf" srcId="{7018A334-EBE6-46A2-BBBF-23C839B4DE6B}" destId="{B26A4796-CC08-4703-BB75-B72E4DD5384D}" srcOrd="2" destOrd="0" presId="urn:microsoft.com/office/officeart/2018/2/layout/IconVerticalSolidList"/>
    <dgm:cxn modelId="{FD5044AF-173F-4ADA-9F9B-3AE3AAC69494}" type="presParOf" srcId="{7018A334-EBE6-46A2-BBBF-23C839B4DE6B}" destId="{9EBC3490-0384-4A8F-A40B-B239D4F5C3B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8A0D538-011D-444F-B768-86510E5B445A}"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4C2C6BBD-4261-4F20-974A-C06ABBB778CF}">
      <dgm:prSet/>
      <dgm:spPr/>
      <dgm:t>
        <a:bodyPr/>
        <a:lstStyle/>
        <a:p>
          <a:r>
            <a:rPr lang="en-PH"/>
            <a:t>Entity</a:t>
          </a:r>
          <a:endParaRPr lang="en-US"/>
        </a:p>
      </dgm:t>
    </dgm:pt>
    <dgm:pt modelId="{9BDE3FA2-7CFB-4E41-BA50-01A471D89B76}" type="parTrans" cxnId="{E4CD70FD-855C-4500-9ADB-8305C02D84D0}">
      <dgm:prSet/>
      <dgm:spPr/>
      <dgm:t>
        <a:bodyPr/>
        <a:lstStyle/>
        <a:p>
          <a:endParaRPr lang="en-US"/>
        </a:p>
      </dgm:t>
    </dgm:pt>
    <dgm:pt modelId="{7FFFA64B-BD54-4B51-9C69-79013FC0F2EC}" type="sibTrans" cxnId="{E4CD70FD-855C-4500-9ADB-8305C02D84D0}">
      <dgm:prSet/>
      <dgm:spPr/>
      <dgm:t>
        <a:bodyPr/>
        <a:lstStyle/>
        <a:p>
          <a:endParaRPr lang="en-US"/>
        </a:p>
      </dgm:t>
    </dgm:pt>
    <dgm:pt modelId="{AB3635E3-9BAB-45D9-A8B3-F622A85FEF78}">
      <dgm:prSet/>
      <dgm:spPr/>
      <dgm:t>
        <a:bodyPr/>
        <a:lstStyle/>
        <a:p>
          <a:r>
            <a:rPr lang="en-PH"/>
            <a:t>Attribute</a:t>
          </a:r>
          <a:endParaRPr lang="en-US"/>
        </a:p>
      </dgm:t>
    </dgm:pt>
    <dgm:pt modelId="{608E7656-2F3F-4415-B6FA-17C66E9BBC35}" type="parTrans" cxnId="{4AC71C0C-F843-4D14-8D7B-0783D3F7959C}">
      <dgm:prSet/>
      <dgm:spPr/>
      <dgm:t>
        <a:bodyPr/>
        <a:lstStyle/>
        <a:p>
          <a:endParaRPr lang="en-US"/>
        </a:p>
      </dgm:t>
    </dgm:pt>
    <dgm:pt modelId="{4538B474-054A-455A-A39B-6624FE59EE2A}" type="sibTrans" cxnId="{4AC71C0C-F843-4D14-8D7B-0783D3F7959C}">
      <dgm:prSet/>
      <dgm:spPr/>
      <dgm:t>
        <a:bodyPr/>
        <a:lstStyle/>
        <a:p>
          <a:endParaRPr lang="en-US"/>
        </a:p>
      </dgm:t>
    </dgm:pt>
    <dgm:pt modelId="{28141F50-F52F-4CF5-9B3B-2E2B32617F67}">
      <dgm:prSet/>
      <dgm:spPr/>
      <dgm:t>
        <a:bodyPr/>
        <a:lstStyle/>
        <a:p>
          <a:r>
            <a:rPr lang="en-PH"/>
            <a:t>Relationship</a:t>
          </a:r>
          <a:endParaRPr lang="en-US"/>
        </a:p>
      </dgm:t>
    </dgm:pt>
    <dgm:pt modelId="{DFF55BF1-18E9-43CF-B903-3E19B2EC1285}" type="parTrans" cxnId="{374111E9-9241-4C50-AE28-3463A6575F25}">
      <dgm:prSet/>
      <dgm:spPr/>
      <dgm:t>
        <a:bodyPr/>
        <a:lstStyle/>
        <a:p>
          <a:endParaRPr lang="en-US"/>
        </a:p>
      </dgm:t>
    </dgm:pt>
    <dgm:pt modelId="{99165A26-3FA0-46DD-B105-6D9C0844FC0B}" type="sibTrans" cxnId="{374111E9-9241-4C50-AE28-3463A6575F25}">
      <dgm:prSet/>
      <dgm:spPr/>
      <dgm:t>
        <a:bodyPr/>
        <a:lstStyle/>
        <a:p>
          <a:endParaRPr lang="en-US"/>
        </a:p>
      </dgm:t>
    </dgm:pt>
    <dgm:pt modelId="{4B8B092B-A619-46E1-B631-B766202BA563}">
      <dgm:prSet/>
      <dgm:spPr/>
      <dgm:t>
        <a:bodyPr/>
        <a:lstStyle/>
        <a:p>
          <a:r>
            <a:rPr lang="en-PH"/>
            <a:t>Constraint</a:t>
          </a:r>
          <a:endParaRPr lang="en-US"/>
        </a:p>
      </dgm:t>
    </dgm:pt>
    <dgm:pt modelId="{C72D7ACF-08C9-441E-9670-B14F1B31812D}" type="parTrans" cxnId="{FA7C17B2-F86F-4E70-89A9-5CA1F085DEDC}">
      <dgm:prSet/>
      <dgm:spPr/>
      <dgm:t>
        <a:bodyPr/>
        <a:lstStyle/>
        <a:p>
          <a:endParaRPr lang="en-US"/>
        </a:p>
      </dgm:t>
    </dgm:pt>
    <dgm:pt modelId="{DAC9F1D4-7427-4981-BDB2-47E3D5A04062}" type="sibTrans" cxnId="{FA7C17B2-F86F-4E70-89A9-5CA1F085DEDC}">
      <dgm:prSet/>
      <dgm:spPr/>
      <dgm:t>
        <a:bodyPr/>
        <a:lstStyle/>
        <a:p>
          <a:endParaRPr lang="en-US"/>
        </a:p>
      </dgm:t>
    </dgm:pt>
    <dgm:pt modelId="{DDC6955A-BDC7-4F20-937C-8F3428C606B2}">
      <dgm:prSet/>
      <dgm:spPr/>
      <dgm:t>
        <a:bodyPr/>
        <a:lstStyle/>
        <a:p>
          <a:r>
            <a:rPr lang="en-PH"/>
            <a:t>Business Rule</a:t>
          </a:r>
          <a:endParaRPr lang="en-US"/>
        </a:p>
      </dgm:t>
    </dgm:pt>
    <dgm:pt modelId="{C7C20E9E-D9D3-42F7-AF9B-F2AB006CD196}" type="parTrans" cxnId="{D57865F5-A48C-437E-9D2F-7116354448D2}">
      <dgm:prSet/>
      <dgm:spPr/>
      <dgm:t>
        <a:bodyPr/>
        <a:lstStyle/>
        <a:p>
          <a:endParaRPr lang="en-US"/>
        </a:p>
      </dgm:t>
    </dgm:pt>
    <dgm:pt modelId="{52B432A7-09C3-4CBE-AE96-DDBE2A0D9204}" type="sibTrans" cxnId="{D57865F5-A48C-437E-9D2F-7116354448D2}">
      <dgm:prSet/>
      <dgm:spPr/>
      <dgm:t>
        <a:bodyPr/>
        <a:lstStyle/>
        <a:p>
          <a:endParaRPr lang="en-US"/>
        </a:p>
      </dgm:t>
    </dgm:pt>
    <dgm:pt modelId="{4C295543-FA3C-447B-B9A9-F223F99F6443}" type="pres">
      <dgm:prSet presAssocID="{68A0D538-011D-444F-B768-86510E5B445A}" presName="vert0" presStyleCnt="0">
        <dgm:presLayoutVars>
          <dgm:dir/>
          <dgm:animOne val="branch"/>
          <dgm:animLvl val="lvl"/>
        </dgm:presLayoutVars>
      </dgm:prSet>
      <dgm:spPr/>
    </dgm:pt>
    <dgm:pt modelId="{2828BB17-27B0-4F31-BE18-23E0763766A4}" type="pres">
      <dgm:prSet presAssocID="{4C2C6BBD-4261-4F20-974A-C06ABBB778CF}" presName="thickLine" presStyleLbl="alignNode1" presStyleIdx="0" presStyleCnt="5"/>
      <dgm:spPr/>
    </dgm:pt>
    <dgm:pt modelId="{FE1B2BB2-BEBD-464A-9B8A-243B14392972}" type="pres">
      <dgm:prSet presAssocID="{4C2C6BBD-4261-4F20-974A-C06ABBB778CF}" presName="horz1" presStyleCnt="0"/>
      <dgm:spPr/>
    </dgm:pt>
    <dgm:pt modelId="{1E301BA7-E8D7-4E8D-A3B8-7F2730E1518D}" type="pres">
      <dgm:prSet presAssocID="{4C2C6BBD-4261-4F20-974A-C06ABBB778CF}" presName="tx1" presStyleLbl="revTx" presStyleIdx="0" presStyleCnt="5"/>
      <dgm:spPr/>
    </dgm:pt>
    <dgm:pt modelId="{42A92CB8-22D7-41A3-A154-C48BAE725DA2}" type="pres">
      <dgm:prSet presAssocID="{4C2C6BBD-4261-4F20-974A-C06ABBB778CF}" presName="vert1" presStyleCnt="0"/>
      <dgm:spPr/>
    </dgm:pt>
    <dgm:pt modelId="{BD91735B-F20E-4DE1-8B3E-98B7F97929AB}" type="pres">
      <dgm:prSet presAssocID="{AB3635E3-9BAB-45D9-A8B3-F622A85FEF78}" presName="thickLine" presStyleLbl="alignNode1" presStyleIdx="1" presStyleCnt="5"/>
      <dgm:spPr/>
    </dgm:pt>
    <dgm:pt modelId="{F577783E-FD3D-4D8A-B8DD-325DB1A13A0C}" type="pres">
      <dgm:prSet presAssocID="{AB3635E3-9BAB-45D9-A8B3-F622A85FEF78}" presName="horz1" presStyleCnt="0"/>
      <dgm:spPr/>
    </dgm:pt>
    <dgm:pt modelId="{7E316DCD-5175-4DF3-9F4B-EA6FC8DA0819}" type="pres">
      <dgm:prSet presAssocID="{AB3635E3-9BAB-45D9-A8B3-F622A85FEF78}" presName="tx1" presStyleLbl="revTx" presStyleIdx="1" presStyleCnt="5"/>
      <dgm:spPr/>
    </dgm:pt>
    <dgm:pt modelId="{B1A07330-3C3A-47E4-A45A-98536F7B2003}" type="pres">
      <dgm:prSet presAssocID="{AB3635E3-9BAB-45D9-A8B3-F622A85FEF78}" presName="vert1" presStyleCnt="0"/>
      <dgm:spPr/>
    </dgm:pt>
    <dgm:pt modelId="{FE33ECB5-2699-456D-A0AE-091F0A682DBA}" type="pres">
      <dgm:prSet presAssocID="{28141F50-F52F-4CF5-9B3B-2E2B32617F67}" presName="thickLine" presStyleLbl="alignNode1" presStyleIdx="2" presStyleCnt="5"/>
      <dgm:spPr/>
    </dgm:pt>
    <dgm:pt modelId="{825F51BD-CF8E-418C-88F2-6D011B8DD1C9}" type="pres">
      <dgm:prSet presAssocID="{28141F50-F52F-4CF5-9B3B-2E2B32617F67}" presName="horz1" presStyleCnt="0"/>
      <dgm:spPr/>
    </dgm:pt>
    <dgm:pt modelId="{8510E2BE-4C6E-45B1-B057-C78554ED0EFB}" type="pres">
      <dgm:prSet presAssocID="{28141F50-F52F-4CF5-9B3B-2E2B32617F67}" presName="tx1" presStyleLbl="revTx" presStyleIdx="2" presStyleCnt="5"/>
      <dgm:spPr/>
    </dgm:pt>
    <dgm:pt modelId="{C072AF11-69A6-4D93-B5C0-C1A59D915A8C}" type="pres">
      <dgm:prSet presAssocID="{28141F50-F52F-4CF5-9B3B-2E2B32617F67}" presName="vert1" presStyleCnt="0"/>
      <dgm:spPr/>
    </dgm:pt>
    <dgm:pt modelId="{FE4E40B9-399B-41FC-963F-E1E9322CEA49}" type="pres">
      <dgm:prSet presAssocID="{4B8B092B-A619-46E1-B631-B766202BA563}" presName="thickLine" presStyleLbl="alignNode1" presStyleIdx="3" presStyleCnt="5"/>
      <dgm:spPr/>
    </dgm:pt>
    <dgm:pt modelId="{C9B0A8F8-202F-4819-9BEE-A4A0DA544082}" type="pres">
      <dgm:prSet presAssocID="{4B8B092B-A619-46E1-B631-B766202BA563}" presName="horz1" presStyleCnt="0"/>
      <dgm:spPr/>
    </dgm:pt>
    <dgm:pt modelId="{6398E0F5-D18D-4044-AF09-90706D41FEDA}" type="pres">
      <dgm:prSet presAssocID="{4B8B092B-A619-46E1-B631-B766202BA563}" presName="tx1" presStyleLbl="revTx" presStyleIdx="3" presStyleCnt="5"/>
      <dgm:spPr/>
    </dgm:pt>
    <dgm:pt modelId="{5F9C892C-CB25-4746-A3CD-910B6E5B3DE7}" type="pres">
      <dgm:prSet presAssocID="{4B8B092B-A619-46E1-B631-B766202BA563}" presName="vert1" presStyleCnt="0"/>
      <dgm:spPr/>
    </dgm:pt>
    <dgm:pt modelId="{545978BB-28EB-4E1D-B743-B4D26B4EC386}" type="pres">
      <dgm:prSet presAssocID="{DDC6955A-BDC7-4F20-937C-8F3428C606B2}" presName="thickLine" presStyleLbl="alignNode1" presStyleIdx="4" presStyleCnt="5"/>
      <dgm:spPr/>
    </dgm:pt>
    <dgm:pt modelId="{AA26B84C-CCD8-49DB-90B7-B1BF60748EEB}" type="pres">
      <dgm:prSet presAssocID="{DDC6955A-BDC7-4F20-937C-8F3428C606B2}" presName="horz1" presStyleCnt="0"/>
      <dgm:spPr/>
    </dgm:pt>
    <dgm:pt modelId="{C2A5AAED-06E4-43C6-BC7E-956ACE57DB5A}" type="pres">
      <dgm:prSet presAssocID="{DDC6955A-BDC7-4F20-937C-8F3428C606B2}" presName="tx1" presStyleLbl="revTx" presStyleIdx="4" presStyleCnt="5"/>
      <dgm:spPr/>
    </dgm:pt>
    <dgm:pt modelId="{E3D618EC-263C-419A-B888-FFB06DE283FD}" type="pres">
      <dgm:prSet presAssocID="{DDC6955A-BDC7-4F20-937C-8F3428C606B2}" presName="vert1" presStyleCnt="0"/>
      <dgm:spPr/>
    </dgm:pt>
  </dgm:ptLst>
  <dgm:cxnLst>
    <dgm:cxn modelId="{4AC71C0C-F843-4D14-8D7B-0783D3F7959C}" srcId="{68A0D538-011D-444F-B768-86510E5B445A}" destId="{AB3635E3-9BAB-45D9-A8B3-F622A85FEF78}" srcOrd="1" destOrd="0" parTransId="{608E7656-2F3F-4415-B6FA-17C66E9BBC35}" sibTransId="{4538B474-054A-455A-A39B-6624FE59EE2A}"/>
    <dgm:cxn modelId="{0FDFD813-5CFB-45A3-804B-0DC6631D2EDE}" type="presOf" srcId="{4B8B092B-A619-46E1-B631-B766202BA563}" destId="{6398E0F5-D18D-4044-AF09-90706D41FEDA}" srcOrd="0" destOrd="0" presId="urn:microsoft.com/office/officeart/2008/layout/LinedList"/>
    <dgm:cxn modelId="{6AAA2D5E-3A49-4471-9C3F-838C0311D4DD}" type="presOf" srcId="{4C2C6BBD-4261-4F20-974A-C06ABBB778CF}" destId="{1E301BA7-E8D7-4E8D-A3B8-7F2730E1518D}" srcOrd="0" destOrd="0" presId="urn:microsoft.com/office/officeart/2008/layout/LinedList"/>
    <dgm:cxn modelId="{53DFC555-0127-43B3-BBC1-962BDD89C0AE}" type="presOf" srcId="{28141F50-F52F-4CF5-9B3B-2E2B32617F67}" destId="{8510E2BE-4C6E-45B1-B057-C78554ED0EFB}" srcOrd="0" destOrd="0" presId="urn:microsoft.com/office/officeart/2008/layout/LinedList"/>
    <dgm:cxn modelId="{FB1C3A81-EEA0-4DD8-8BA7-0ABC4C5C57D4}" type="presOf" srcId="{DDC6955A-BDC7-4F20-937C-8F3428C606B2}" destId="{C2A5AAED-06E4-43C6-BC7E-956ACE57DB5A}" srcOrd="0" destOrd="0" presId="urn:microsoft.com/office/officeart/2008/layout/LinedList"/>
    <dgm:cxn modelId="{FA7C17B2-F86F-4E70-89A9-5CA1F085DEDC}" srcId="{68A0D538-011D-444F-B768-86510E5B445A}" destId="{4B8B092B-A619-46E1-B631-B766202BA563}" srcOrd="3" destOrd="0" parTransId="{C72D7ACF-08C9-441E-9670-B14F1B31812D}" sibTransId="{DAC9F1D4-7427-4981-BDB2-47E3D5A04062}"/>
    <dgm:cxn modelId="{ED1E9EB8-ADE1-43E7-AD9D-E01595209ED7}" type="presOf" srcId="{68A0D538-011D-444F-B768-86510E5B445A}" destId="{4C295543-FA3C-447B-B9A9-F223F99F6443}" srcOrd="0" destOrd="0" presId="urn:microsoft.com/office/officeart/2008/layout/LinedList"/>
    <dgm:cxn modelId="{B87EA5E2-7FE0-4001-A43D-692A762A575A}" type="presOf" srcId="{AB3635E3-9BAB-45D9-A8B3-F622A85FEF78}" destId="{7E316DCD-5175-4DF3-9F4B-EA6FC8DA0819}" srcOrd="0" destOrd="0" presId="urn:microsoft.com/office/officeart/2008/layout/LinedList"/>
    <dgm:cxn modelId="{374111E9-9241-4C50-AE28-3463A6575F25}" srcId="{68A0D538-011D-444F-B768-86510E5B445A}" destId="{28141F50-F52F-4CF5-9B3B-2E2B32617F67}" srcOrd="2" destOrd="0" parTransId="{DFF55BF1-18E9-43CF-B903-3E19B2EC1285}" sibTransId="{99165A26-3FA0-46DD-B105-6D9C0844FC0B}"/>
    <dgm:cxn modelId="{D57865F5-A48C-437E-9D2F-7116354448D2}" srcId="{68A0D538-011D-444F-B768-86510E5B445A}" destId="{DDC6955A-BDC7-4F20-937C-8F3428C606B2}" srcOrd="4" destOrd="0" parTransId="{C7C20E9E-D9D3-42F7-AF9B-F2AB006CD196}" sibTransId="{52B432A7-09C3-4CBE-AE96-DDBE2A0D9204}"/>
    <dgm:cxn modelId="{E4CD70FD-855C-4500-9ADB-8305C02D84D0}" srcId="{68A0D538-011D-444F-B768-86510E5B445A}" destId="{4C2C6BBD-4261-4F20-974A-C06ABBB778CF}" srcOrd="0" destOrd="0" parTransId="{9BDE3FA2-7CFB-4E41-BA50-01A471D89B76}" sibTransId="{7FFFA64B-BD54-4B51-9C69-79013FC0F2EC}"/>
    <dgm:cxn modelId="{48278855-A4EE-4370-82FD-4DE914BAB3B6}" type="presParOf" srcId="{4C295543-FA3C-447B-B9A9-F223F99F6443}" destId="{2828BB17-27B0-4F31-BE18-23E0763766A4}" srcOrd="0" destOrd="0" presId="urn:microsoft.com/office/officeart/2008/layout/LinedList"/>
    <dgm:cxn modelId="{41B48500-FE04-427B-972A-7B89FD81093B}" type="presParOf" srcId="{4C295543-FA3C-447B-B9A9-F223F99F6443}" destId="{FE1B2BB2-BEBD-464A-9B8A-243B14392972}" srcOrd="1" destOrd="0" presId="urn:microsoft.com/office/officeart/2008/layout/LinedList"/>
    <dgm:cxn modelId="{3BBA4EA1-3971-4408-A71E-8298ED851870}" type="presParOf" srcId="{FE1B2BB2-BEBD-464A-9B8A-243B14392972}" destId="{1E301BA7-E8D7-4E8D-A3B8-7F2730E1518D}" srcOrd="0" destOrd="0" presId="urn:microsoft.com/office/officeart/2008/layout/LinedList"/>
    <dgm:cxn modelId="{827CF706-2816-40B6-9314-8D279AD98E24}" type="presParOf" srcId="{FE1B2BB2-BEBD-464A-9B8A-243B14392972}" destId="{42A92CB8-22D7-41A3-A154-C48BAE725DA2}" srcOrd="1" destOrd="0" presId="urn:microsoft.com/office/officeart/2008/layout/LinedList"/>
    <dgm:cxn modelId="{45817D2D-2E7A-43B0-9924-5EA0B1E68138}" type="presParOf" srcId="{4C295543-FA3C-447B-B9A9-F223F99F6443}" destId="{BD91735B-F20E-4DE1-8B3E-98B7F97929AB}" srcOrd="2" destOrd="0" presId="urn:microsoft.com/office/officeart/2008/layout/LinedList"/>
    <dgm:cxn modelId="{46BCB316-C8CA-48A3-AEF0-8C4A3FDC816C}" type="presParOf" srcId="{4C295543-FA3C-447B-B9A9-F223F99F6443}" destId="{F577783E-FD3D-4D8A-B8DD-325DB1A13A0C}" srcOrd="3" destOrd="0" presId="urn:microsoft.com/office/officeart/2008/layout/LinedList"/>
    <dgm:cxn modelId="{FB0D4E62-B468-4EF3-9351-1AEA732C9EC1}" type="presParOf" srcId="{F577783E-FD3D-4D8A-B8DD-325DB1A13A0C}" destId="{7E316DCD-5175-4DF3-9F4B-EA6FC8DA0819}" srcOrd="0" destOrd="0" presId="urn:microsoft.com/office/officeart/2008/layout/LinedList"/>
    <dgm:cxn modelId="{B244EF02-8E89-4E2F-AFEF-11974AB43A00}" type="presParOf" srcId="{F577783E-FD3D-4D8A-B8DD-325DB1A13A0C}" destId="{B1A07330-3C3A-47E4-A45A-98536F7B2003}" srcOrd="1" destOrd="0" presId="urn:microsoft.com/office/officeart/2008/layout/LinedList"/>
    <dgm:cxn modelId="{A94CB7CE-3EF5-48D3-960F-5F89E358AC7A}" type="presParOf" srcId="{4C295543-FA3C-447B-B9A9-F223F99F6443}" destId="{FE33ECB5-2699-456D-A0AE-091F0A682DBA}" srcOrd="4" destOrd="0" presId="urn:microsoft.com/office/officeart/2008/layout/LinedList"/>
    <dgm:cxn modelId="{DE1C24F4-5131-41C3-A88A-DEF9EAB09C87}" type="presParOf" srcId="{4C295543-FA3C-447B-B9A9-F223F99F6443}" destId="{825F51BD-CF8E-418C-88F2-6D011B8DD1C9}" srcOrd="5" destOrd="0" presId="urn:microsoft.com/office/officeart/2008/layout/LinedList"/>
    <dgm:cxn modelId="{1D33A55F-E2A7-421B-8B1E-FA645AC0ED36}" type="presParOf" srcId="{825F51BD-CF8E-418C-88F2-6D011B8DD1C9}" destId="{8510E2BE-4C6E-45B1-B057-C78554ED0EFB}" srcOrd="0" destOrd="0" presId="urn:microsoft.com/office/officeart/2008/layout/LinedList"/>
    <dgm:cxn modelId="{BC836E4E-6AB8-4C6F-B51D-38131093D851}" type="presParOf" srcId="{825F51BD-CF8E-418C-88F2-6D011B8DD1C9}" destId="{C072AF11-69A6-4D93-B5C0-C1A59D915A8C}" srcOrd="1" destOrd="0" presId="urn:microsoft.com/office/officeart/2008/layout/LinedList"/>
    <dgm:cxn modelId="{845874EC-2C83-44A0-8758-543A429EB64E}" type="presParOf" srcId="{4C295543-FA3C-447B-B9A9-F223F99F6443}" destId="{FE4E40B9-399B-41FC-963F-E1E9322CEA49}" srcOrd="6" destOrd="0" presId="urn:microsoft.com/office/officeart/2008/layout/LinedList"/>
    <dgm:cxn modelId="{A8C48155-8AD7-4CDC-88A0-5F0D496328CF}" type="presParOf" srcId="{4C295543-FA3C-447B-B9A9-F223F99F6443}" destId="{C9B0A8F8-202F-4819-9BEE-A4A0DA544082}" srcOrd="7" destOrd="0" presId="urn:microsoft.com/office/officeart/2008/layout/LinedList"/>
    <dgm:cxn modelId="{00F34167-9C7C-4814-8A0B-BE988EB8E21D}" type="presParOf" srcId="{C9B0A8F8-202F-4819-9BEE-A4A0DA544082}" destId="{6398E0F5-D18D-4044-AF09-90706D41FEDA}" srcOrd="0" destOrd="0" presId="urn:microsoft.com/office/officeart/2008/layout/LinedList"/>
    <dgm:cxn modelId="{F237722E-0F00-4791-A925-665F1DE32510}" type="presParOf" srcId="{C9B0A8F8-202F-4819-9BEE-A4A0DA544082}" destId="{5F9C892C-CB25-4746-A3CD-910B6E5B3DE7}" srcOrd="1" destOrd="0" presId="urn:microsoft.com/office/officeart/2008/layout/LinedList"/>
    <dgm:cxn modelId="{35E84659-E40E-4BE5-B3E1-9A4393AC901B}" type="presParOf" srcId="{4C295543-FA3C-447B-B9A9-F223F99F6443}" destId="{545978BB-28EB-4E1D-B743-B4D26B4EC386}" srcOrd="8" destOrd="0" presId="urn:microsoft.com/office/officeart/2008/layout/LinedList"/>
    <dgm:cxn modelId="{14F1B3FE-F666-40CB-8344-413C3A65BB81}" type="presParOf" srcId="{4C295543-FA3C-447B-B9A9-F223F99F6443}" destId="{AA26B84C-CCD8-49DB-90B7-B1BF60748EEB}" srcOrd="9" destOrd="0" presId="urn:microsoft.com/office/officeart/2008/layout/LinedList"/>
    <dgm:cxn modelId="{7C82C918-63AB-4151-8F9C-42B1C019183D}" type="presParOf" srcId="{AA26B84C-CCD8-49DB-90B7-B1BF60748EEB}" destId="{C2A5AAED-06E4-43C6-BC7E-956ACE57DB5A}" srcOrd="0" destOrd="0" presId="urn:microsoft.com/office/officeart/2008/layout/LinedList"/>
    <dgm:cxn modelId="{4791DE3A-58C7-45F6-BEF5-256776C30B8E}" type="presParOf" srcId="{AA26B84C-CCD8-49DB-90B7-B1BF60748EEB}" destId="{E3D618EC-263C-419A-B888-FFB06DE283F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AB6A91B-AF9F-478D-9134-70F9486B454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91ADD140-913C-4C15-B6C1-35C4CE07F63E}">
      <dgm:prSet/>
      <dgm:spPr/>
      <dgm:t>
        <a:bodyPr/>
        <a:lstStyle/>
        <a:p>
          <a:r>
            <a:rPr lang="en-US" b="0" i="0"/>
            <a:t>An </a:t>
          </a:r>
          <a:r>
            <a:rPr lang="en-US" b="1" i="0"/>
            <a:t>entity</a:t>
          </a:r>
          <a:r>
            <a:rPr lang="en-US" b="0" i="0"/>
            <a:t> is a person, place, thing, or event about which data will be collected and stored. </a:t>
          </a:r>
          <a:endParaRPr lang="en-US"/>
        </a:p>
      </dgm:t>
    </dgm:pt>
    <dgm:pt modelId="{D477640F-D8DC-4AA6-BA62-E9C5048CDB25}" type="parTrans" cxnId="{E08CF450-3097-4D14-A725-589C17C20F04}">
      <dgm:prSet/>
      <dgm:spPr/>
      <dgm:t>
        <a:bodyPr/>
        <a:lstStyle/>
        <a:p>
          <a:endParaRPr lang="en-US"/>
        </a:p>
      </dgm:t>
    </dgm:pt>
    <dgm:pt modelId="{05BC1511-9263-4108-A591-53494EF12EA2}" type="sibTrans" cxnId="{E08CF450-3097-4D14-A725-589C17C20F04}">
      <dgm:prSet/>
      <dgm:spPr/>
      <dgm:t>
        <a:bodyPr/>
        <a:lstStyle/>
        <a:p>
          <a:endParaRPr lang="en-US"/>
        </a:p>
      </dgm:t>
    </dgm:pt>
    <dgm:pt modelId="{8C591D97-63E9-47F1-91F8-F19855FACC2D}">
      <dgm:prSet/>
      <dgm:spPr/>
      <dgm:t>
        <a:bodyPr/>
        <a:lstStyle/>
        <a:p>
          <a:r>
            <a:rPr lang="en-US" b="0" i="0"/>
            <a:t>An entity represents a particular type of object in the real world, which means an entity is “distinguishable”—that is, each entity occurrence is unique and distinct.</a:t>
          </a:r>
          <a:endParaRPr lang="en-US"/>
        </a:p>
      </dgm:t>
    </dgm:pt>
    <dgm:pt modelId="{8D21EC08-64D3-4A7D-8F7B-A04AF6DB2FC4}" type="parTrans" cxnId="{D9B1A40B-758E-4144-8158-FDAEE7786E72}">
      <dgm:prSet/>
      <dgm:spPr/>
      <dgm:t>
        <a:bodyPr/>
        <a:lstStyle/>
        <a:p>
          <a:endParaRPr lang="en-US"/>
        </a:p>
      </dgm:t>
    </dgm:pt>
    <dgm:pt modelId="{E1DFC533-B322-451A-8A2F-B3ED39D848B9}" type="sibTrans" cxnId="{D9B1A40B-758E-4144-8158-FDAEE7786E72}">
      <dgm:prSet/>
      <dgm:spPr/>
      <dgm:t>
        <a:bodyPr/>
        <a:lstStyle/>
        <a:p>
          <a:endParaRPr lang="en-US"/>
        </a:p>
      </dgm:t>
    </dgm:pt>
    <dgm:pt modelId="{4D397885-0213-4DFF-AED5-373FF98FC759}" type="pres">
      <dgm:prSet presAssocID="{9AB6A91B-AF9F-478D-9134-70F9486B4542}" presName="hierChild1" presStyleCnt="0">
        <dgm:presLayoutVars>
          <dgm:chPref val="1"/>
          <dgm:dir/>
          <dgm:animOne val="branch"/>
          <dgm:animLvl val="lvl"/>
          <dgm:resizeHandles/>
        </dgm:presLayoutVars>
      </dgm:prSet>
      <dgm:spPr/>
    </dgm:pt>
    <dgm:pt modelId="{F7BFC5A0-8488-4CA4-8E8B-97249E61E72D}" type="pres">
      <dgm:prSet presAssocID="{91ADD140-913C-4C15-B6C1-35C4CE07F63E}" presName="hierRoot1" presStyleCnt="0"/>
      <dgm:spPr/>
    </dgm:pt>
    <dgm:pt modelId="{EDCD665C-092E-4C09-A2FA-011BD66CBB5C}" type="pres">
      <dgm:prSet presAssocID="{91ADD140-913C-4C15-B6C1-35C4CE07F63E}" presName="composite" presStyleCnt="0"/>
      <dgm:spPr/>
    </dgm:pt>
    <dgm:pt modelId="{ED74FD97-C768-4BFD-A3D9-A31851B6481A}" type="pres">
      <dgm:prSet presAssocID="{91ADD140-913C-4C15-B6C1-35C4CE07F63E}" presName="background" presStyleLbl="node0" presStyleIdx="0" presStyleCnt="2"/>
      <dgm:spPr/>
    </dgm:pt>
    <dgm:pt modelId="{03CCDCE1-02C9-4048-99F0-0A824439314A}" type="pres">
      <dgm:prSet presAssocID="{91ADD140-913C-4C15-B6C1-35C4CE07F63E}" presName="text" presStyleLbl="fgAcc0" presStyleIdx="0" presStyleCnt="2">
        <dgm:presLayoutVars>
          <dgm:chPref val="3"/>
        </dgm:presLayoutVars>
      </dgm:prSet>
      <dgm:spPr/>
    </dgm:pt>
    <dgm:pt modelId="{28DE57FD-B266-433A-ACCA-0CA854FB9132}" type="pres">
      <dgm:prSet presAssocID="{91ADD140-913C-4C15-B6C1-35C4CE07F63E}" presName="hierChild2" presStyleCnt="0"/>
      <dgm:spPr/>
    </dgm:pt>
    <dgm:pt modelId="{E10BA965-9175-4BCD-87AE-015E33701563}" type="pres">
      <dgm:prSet presAssocID="{8C591D97-63E9-47F1-91F8-F19855FACC2D}" presName="hierRoot1" presStyleCnt="0"/>
      <dgm:spPr/>
    </dgm:pt>
    <dgm:pt modelId="{EEBB0734-E4DD-4F61-AD16-2F2FF41B8C8C}" type="pres">
      <dgm:prSet presAssocID="{8C591D97-63E9-47F1-91F8-F19855FACC2D}" presName="composite" presStyleCnt="0"/>
      <dgm:spPr/>
    </dgm:pt>
    <dgm:pt modelId="{E906E73D-9E71-4100-8D74-C64F036342CF}" type="pres">
      <dgm:prSet presAssocID="{8C591D97-63E9-47F1-91F8-F19855FACC2D}" presName="background" presStyleLbl="node0" presStyleIdx="1" presStyleCnt="2"/>
      <dgm:spPr/>
    </dgm:pt>
    <dgm:pt modelId="{0135339E-624D-40B9-8F27-6FD88B8587FE}" type="pres">
      <dgm:prSet presAssocID="{8C591D97-63E9-47F1-91F8-F19855FACC2D}" presName="text" presStyleLbl="fgAcc0" presStyleIdx="1" presStyleCnt="2">
        <dgm:presLayoutVars>
          <dgm:chPref val="3"/>
        </dgm:presLayoutVars>
      </dgm:prSet>
      <dgm:spPr/>
    </dgm:pt>
    <dgm:pt modelId="{DF4D4E8D-42C0-4758-B60A-5B6697F85C26}" type="pres">
      <dgm:prSet presAssocID="{8C591D97-63E9-47F1-91F8-F19855FACC2D}" presName="hierChild2" presStyleCnt="0"/>
      <dgm:spPr/>
    </dgm:pt>
  </dgm:ptLst>
  <dgm:cxnLst>
    <dgm:cxn modelId="{D9B1A40B-758E-4144-8158-FDAEE7786E72}" srcId="{9AB6A91B-AF9F-478D-9134-70F9486B4542}" destId="{8C591D97-63E9-47F1-91F8-F19855FACC2D}" srcOrd="1" destOrd="0" parTransId="{8D21EC08-64D3-4A7D-8F7B-A04AF6DB2FC4}" sibTransId="{E1DFC533-B322-451A-8A2F-B3ED39D848B9}"/>
    <dgm:cxn modelId="{E08CF450-3097-4D14-A725-589C17C20F04}" srcId="{9AB6A91B-AF9F-478D-9134-70F9486B4542}" destId="{91ADD140-913C-4C15-B6C1-35C4CE07F63E}" srcOrd="0" destOrd="0" parTransId="{D477640F-D8DC-4AA6-BA62-E9C5048CDB25}" sibTransId="{05BC1511-9263-4108-A591-53494EF12EA2}"/>
    <dgm:cxn modelId="{0DC76CB2-A4FE-411C-B4B8-208CF0669DCA}" type="presOf" srcId="{9AB6A91B-AF9F-478D-9134-70F9486B4542}" destId="{4D397885-0213-4DFF-AED5-373FF98FC759}" srcOrd="0" destOrd="0" presId="urn:microsoft.com/office/officeart/2005/8/layout/hierarchy1"/>
    <dgm:cxn modelId="{3E1EA8DA-9B35-4688-9604-279536DF035F}" type="presOf" srcId="{8C591D97-63E9-47F1-91F8-F19855FACC2D}" destId="{0135339E-624D-40B9-8F27-6FD88B8587FE}" srcOrd="0" destOrd="0" presId="urn:microsoft.com/office/officeart/2005/8/layout/hierarchy1"/>
    <dgm:cxn modelId="{BF8575E5-CFF7-4317-868B-3DDCC4E922C5}" type="presOf" srcId="{91ADD140-913C-4C15-B6C1-35C4CE07F63E}" destId="{03CCDCE1-02C9-4048-99F0-0A824439314A}" srcOrd="0" destOrd="0" presId="urn:microsoft.com/office/officeart/2005/8/layout/hierarchy1"/>
    <dgm:cxn modelId="{DD5052DF-5816-4066-B517-AB394B89A43B}" type="presParOf" srcId="{4D397885-0213-4DFF-AED5-373FF98FC759}" destId="{F7BFC5A0-8488-4CA4-8E8B-97249E61E72D}" srcOrd="0" destOrd="0" presId="urn:microsoft.com/office/officeart/2005/8/layout/hierarchy1"/>
    <dgm:cxn modelId="{413260C7-D92A-45F5-99F1-31A46610D28D}" type="presParOf" srcId="{F7BFC5A0-8488-4CA4-8E8B-97249E61E72D}" destId="{EDCD665C-092E-4C09-A2FA-011BD66CBB5C}" srcOrd="0" destOrd="0" presId="urn:microsoft.com/office/officeart/2005/8/layout/hierarchy1"/>
    <dgm:cxn modelId="{54896D34-B1B1-4CDC-9879-2B089F4A1C8F}" type="presParOf" srcId="{EDCD665C-092E-4C09-A2FA-011BD66CBB5C}" destId="{ED74FD97-C768-4BFD-A3D9-A31851B6481A}" srcOrd="0" destOrd="0" presId="urn:microsoft.com/office/officeart/2005/8/layout/hierarchy1"/>
    <dgm:cxn modelId="{B171D6A2-B739-41AA-B644-67066920C5BA}" type="presParOf" srcId="{EDCD665C-092E-4C09-A2FA-011BD66CBB5C}" destId="{03CCDCE1-02C9-4048-99F0-0A824439314A}" srcOrd="1" destOrd="0" presId="urn:microsoft.com/office/officeart/2005/8/layout/hierarchy1"/>
    <dgm:cxn modelId="{086CB30C-7311-4A23-A8B4-F505868F8E37}" type="presParOf" srcId="{F7BFC5A0-8488-4CA4-8E8B-97249E61E72D}" destId="{28DE57FD-B266-433A-ACCA-0CA854FB9132}" srcOrd="1" destOrd="0" presId="urn:microsoft.com/office/officeart/2005/8/layout/hierarchy1"/>
    <dgm:cxn modelId="{6704B033-6388-47AB-94F4-BC3B86C06956}" type="presParOf" srcId="{4D397885-0213-4DFF-AED5-373FF98FC759}" destId="{E10BA965-9175-4BCD-87AE-015E33701563}" srcOrd="1" destOrd="0" presId="urn:microsoft.com/office/officeart/2005/8/layout/hierarchy1"/>
    <dgm:cxn modelId="{0EAEBA20-C920-45D1-834E-D90398FEE5D7}" type="presParOf" srcId="{E10BA965-9175-4BCD-87AE-015E33701563}" destId="{EEBB0734-E4DD-4F61-AD16-2F2FF41B8C8C}" srcOrd="0" destOrd="0" presId="urn:microsoft.com/office/officeart/2005/8/layout/hierarchy1"/>
    <dgm:cxn modelId="{73687200-5652-43CB-B618-F2137467E8F8}" type="presParOf" srcId="{EEBB0734-E4DD-4F61-AD16-2F2FF41B8C8C}" destId="{E906E73D-9E71-4100-8D74-C64F036342CF}" srcOrd="0" destOrd="0" presId="urn:microsoft.com/office/officeart/2005/8/layout/hierarchy1"/>
    <dgm:cxn modelId="{A64019FF-4651-48F4-A3B8-45AFBB3A87B6}" type="presParOf" srcId="{EEBB0734-E4DD-4F61-AD16-2F2FF41B8C8C}" destId="{0135339E-624D-40B9-8F27-6FD88B8587FE}" srcOrd="1" destOrd="0" presId="urn:microsoft.com/office/officeart/2005/8/layout/hierarchy1"/>
    <dgm:cxn modelId="{B686618C-024A-46EA-BA03-0F422D7481FC}" type="presParOf" srcId="{E10BA965-9175-4BCD-87AE-015E33701563}" destId="{DF4D4E8D-42C0-4758-B60A-5B6697F85C2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CD74CCE-4A8A-4971-AEB1-E99E5FACC0D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61348AE-72F1-4D56-B2DE-CD6E81AFB605}">
      <dgm:prSet/>
      <dgm:spPr/>
      <dgm:t>
        <a:bodyPr/>
        <a:lstStyle/>
        <a:p>
          <a:r>
            <a:rPr lang="en-US" b="0" i="0"/>
            <a:t>An </a:t>
          </a:r>
          <a:r>
            <a:rPr lang="en-US" b="1" i="0"/>
            <a:t>attribute</a:t>
          </a:r>
          <a:r>
            <a:rPr lang="en-US" b="0" i="0"/>
            <a:t> is a characteristic of an entity. </a:t>
          </a:r>
          <a:endParaRPr lang="en-US"/>
        </a:p>
      </dgm:t>
    </dgm:pt>
    <dgm:pt modelId="{755FE6DF-C154-4A60-B8B1-29D012BFF405}" type="parTrans" cxnId="{FAF8994E-CF31-4656-8358-A0EE1A9F28EA}">
      <dgm:prSet/>
      <dgm:spPr/>
      <dgm:t>
        <a:bodyPr/>
        <a:lstStyle/>
        <a:p>
          <a:endParaRPr lang="en-US"/>
        </a:p>
      </dgm:t>
    </dgm:pt>
    <dgm:pt modelId="{26361AD6-422D-4AEC-803D-0BBA9859EE5C}" type="sibTrans" cxnId="{FAF8994E-CF31-4656-8358-A0EE1A9F28EA}">
      <dgm:prSet/>
      <dgm:spPr/>
      <dgm:t>
        <a:bodyPr/>
        <a:lstStyle/>
        <a:p>
          <a:endParaRPr lang="en-US"/>
        </a:p>
      </dgm:t>
    </dgm:pt>
    <dgm:pt modelId="{85A0C605-739F-42E4-8E76-74FFBB04E27E}">
      <dgm:prSet/>
      <dgm:spPr/>
      <dgm:t>
        <a:bodyPr/>
        <a:lstStyle/>
        <a:p>
          <a:r>
            <a:rPr lang="en-US" b="0" i="0"/>
            <a:t>Attributes are the equivalent of fields in file systems.</a:t>
          </a:r>
          <a:endParaRPr lang="en-US"/>
        </a:p>
      </dgm:t>
    </dgm:pt>
    <dgm:pt modelId="{F3752AAB-FDA1-4250-8882-80DED2D15B31}" type="parTrans" cxnId="{3757B012-547F-4806-B972-E6483343A6B0}">
      <dgm:prSet/>
      <dgm:spPr/>
      <dgm:t>
        <a:bodyPr/>
        <a:lstStyle/>
        <a:p>
          <a:endParaRPr lang="en-US"/>
        </a:p>
      </dgm:t>
    </dgm:pt>
    <dgm:pt modelId="{853DF3E6-C989-469A-90E9-9432543E7B7A}" type="sibTrans" cxnId="{3757B012-547F-4806-B972-E6483343A6B0}">
      <dgm:prSet/>
      <dgm:spPr/>
      <dgm:t>
        <a:bodyPr/>
        <a:lstStyle/>
        <a:p>
          <a:endParaRPr lang="en-US"/>
        </a:p>
      </dgm:t>
    </dgm:pt>
    <dgm:pt modelId="{5AE1F8B6-1224-4C5D-A3EA-019C57A22C1E}" type="pres">
      <dgm:prSet presAssocID="{ECD74CCE-4A8A-4971-AEB1-E99E5FACC0D7}" presName="root" presStyleCnt="0">
        <dgm:presLayoutVars>
          <dgm:dir/>
          <dgm:resizeHandles val="exact"/>
        </dgm:presLayoutVars>
      </dgm:prSet>
      <dgm:spPr/>
    </dgm:pt>
    <dgm:pt modelId="{FD4009A3-DFC5-4487-8328-423F8812E5CB}" type="pres">
      <dgm:prSet presAssocID="{A61348AE-72F1-4D56-B2DE-CD6E81AFB605}" presName="compNode" presStyleCnt="0"/>
      <dgm:spPr/>
    </dgm:pt>
    <dgm:pt modelId="{B46FC448-8534-4412-8547-2B01B0A93ACB}" type="pres">
      <dgm:prSet presAssocID="{A61348AE-72F1-4D56-B2DE-CD6E81AFB605}" presName="bgRect" presStyleLbl="bgShp" presStyleIdx="0" presStyleCnt="2"/>
      <dgm:spPr/>
    </dgm:pt>
    <dgm:pt modelId="{B0A04DAA-E425-49A1-90D8-2F69644506EB}" type="pres">
      <dgm:prSet presAssocID="{A61348AE-72F1-4D56-B2DE-CD6E81AFB60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B5B00CB9-60CE-4282-8BCD-F7E70AD4957D}" type="pres">
      <dgm:prSet presAssocID="{A61348AE-72F1-4D56-B2DE-CD6E81AFB605}" presName="spaceRect" presStyleCnt="0"/>
      <dgm:spPr/>
    </dgm:pt>
    <dgm:pt modelId="{2C958899-14AE-4CF0-8E5A-0E3F6C33812C}" type="pres">
      <dgm:prSet presAssocID="{A61348AE-72F1-4D56-B2DE-CD6E81AFB605}" presName="parTx" presStyleLbl="revTx" presStyleIdx="0" presStyleCnt="2">
        <dgm:presLayoutVars>
          <dgm:chMax val="0"/>
          <dgm:chPref val="0"/>
        </dgm:presLayoutVars>
      </dgm:prSet>
      <dgm:spPr/>
    </dgm:pt>
    <dgm:pt modelId="{91EDC50C-5252-4A4B-B887-B12B93353208}" type="pres">
      <dgm:prSet presAssocID="{26361AD6-422D-4AEC-803D-0BBA9859EE5C}" presName="sibTrans" presStyleCnt="0"/>
      <dgm:spPr/>
    </dgm:pt>
    <dgm:pt modelId="{DC9DA17F-460E-4A63-98EE-CADB6DAD9771}" type="pres">
      <dgm:prSet presAssocID="{85A0C605-739F-42E4-8E76-74FFBB04E27E}" presName="compNode" presStyleCnt="0"/>
      <dgm:spPr/>
    </dgm:pt>
    <dgm:pt modelId="{B01F2FB1-5E31-41AF-8FEB-A2D77E2AF46B}" type="pres">
      <dgm:prSet presAssocID="{85A0C605-739F-42E4-8E76-74FFBB04E27E}" presName="bgRect" presStyleLbl="bgShp" presStyleIdx="1" presStyleCnt="2"/>
      <dgm:spPr/>
    </dgm:pt>
    <dgm:pt modelId="{596EE360-5A0D-47BD-B715-B69974442AAA}" type="pres">
      <dgm:prSet presAssocID="{85A0C605-739F-42E4-8E76-74FFBB04E27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E05308DB-6BB0-4397-8766-6367B37E669D}" type="pres">
      <dgm:prSet presAssocID="{85A0C605-739F-42E4-8E76-74FFBB04E27E}" presName="spaceRect" presStyleCnt="0"/>
      <dgm:spPr/>
    </dgm:pt>
    <dgm:pt modelId="{FEE03196-D7E3-4D57-9E82-215060C06226}" type="pres">
      <dgm:prSet presAssocID="{85A0C605-739F-42E4-8E76-74FFBB04E27E}" presName="parTx" presStyleLbl="revTx" presStyleIdx="1" presStyleCnt="2">
        <dgm:presLayoutVars>
          <dgm:chMax val="0"/>
          <dgm:chPref val="0"/>
        </dgm:presLayoutVars>
      </dgm:prSet>
      <dgm:spPr/>
    </dgm:pt>
  </dgm:ptLst>
  <dgm:cxnLst>
    <dgm:cxn modelId="{3757B012-547F-4806-B972-E6483343A6B0}" srcId="{ECD74CCE-4A8A-4971-AEB1-E99E5FACC0D7}" destId="{85A0C605-739F-42E4-8E76-74FFBB04E27E}" srcOrd="1" destOrd="0" parTransId="{F3752AAB-FDA1-4250-8882-80DED2D15B31}" sibTransId="{853DF3E6-C989-469A-90E9-9432543E7B7A}"/>
    <dgm:cxn modelId="{DBE82B4E-B00D-410E-95F1-35E25AF239C8}" type="presOf" srcId="{A61348AE-72F1-4D56-B2DE-CD6E81AFB605}" destId="{2C958899-14AE-4CF0-8E5A-0E3F6C33812C}" srcOrd="0" destOrd="0" presId="urn:microsoft.com/office/officeart/2018/2/layout/IconVerticalSolidList"/>
    <dgm:cxn modelId="{FAF8994E-CF31-4656-8358-A0EE1A9F28EA}" srcId="{ECD74CCE-4A8A-4971-AEB1-E99E5FACC0D7}" destId="{A61348AE-72F1-4D56-B2DE-CD6E81AFB605}" srcOrd="0" destOrd="0" parTransId="{755FE6DF-C154-4A60-B8B1-29D012BFF405}" sibTransId="{26361AD6-422D-4AEC-803D-0BBA9859EE5C}"/>
    <dgm:cxn modelId="{BE106952-E8C1-48AA-9A3E-E44F349DBB8D}" type="presOf" srcId="{ECD74CCE-4A8A-4971-AEB1-E99E5FACC0D7}" destId="{5AE1F8B6-1224-4C5D-A3EA-019C57A22C1E}" srcOrd="0" destOrd="0" presId="urn:microsoft.com/office/officeart/2018/2/layout/IconVerticalSolidList"/>
    <dgm:cxn modelId="{0AF30790-9DC3-4C86-9F1A-F36434CF41F9}" type="presOf" srcId="{85A0C605-739F-42E4-8E76-74FFBB04E27E}" destId="{FEE03196-D7E3-4D57-9E82-215060C06226}" srcOrd="0" destOrd="0" presId="urn:microsoft.com/office/officeart/2018/2/layout/IconVerticalSolidList"/>
    <dgm:cxn modelId="{E1940234-8A15-4A88-A170-646F95F7463D}" type="presParOf" srcId="{5AE1F8B6-1224-4C5D-A3EA-019C57A22C1E}" destId="{FD4009A3-DFC5-4487-8328-423F8812E5CB}" srcOrd="0" destOrd="0" presId="urn:microsoft.com/office/officeart/2018/2/layout/IconVerticalSolidList"/>
    <dgm:cxn modelId="{D02DC749-832C-44DB-87FE-519C29A1331C}" type="presParOf" srcId="{FD4009A3-DFC5-4487-8328-423F8812E5CB}" destId="{B46FC448-8534-4412-8547-2B01B0A93ACB}" srcOrd="0" destOrd="0" presId="urn:microsoft.com/office/officeart/2018/2/layout/IconVerticalSolidList"/>
    <dgm:cxn modelId="{0335BD51-601B-465C-B2C3-D4DB3030EDF2}" type="presParOf" srcId="{FD4009A3-DFC5-4487-8328-423F8812E5CB}" destId="{B0A04DAA-E425-49A1-90D8-2F69644506EB}" srcOrd="1" destOrd="0" presId="urn:microsoft.com/office/officeart/2018/2/layout/IconVerticalSolidList"/>
    <dgm:cxn modelId="{005F8C6A-F860-4C65-AC2F-2C2CFFF354F3}" type="presParOf" srcId="{FD4009A3-DFC5-4487-8328-423F8812E5CB}" destId="{B5B00CB9-60CE-4282-8BCD-F7E70AD4957D}" srcOrd="2" destOrd="0" presId="urn:microsoft.com/office/officeart/2018/2/layout/IconVerticalSolidList"/>
    <dgm:cxn modelId="{A7BC89CA-F4C8-435A-98C0-454D97E75AEE}" type="presParOf" srcId="{FD4009A3-DFC5-4487-8328-423F8812E5CB}" destId="{2C958899-14AE-4CF0-8E5A-0E3F6C33812C}" srcOrd="3" destOrd="0" presId="urn:microsoft.com/office/officeart/2018/2/layout/IconVerticalSolidList"/>
    <dgm:cxn modelId="{E8BE2B4B-899C-4912-9123-65266EAF5D49}" type="presParOf" srcId="{5AE1F8B6-1224-4C5D-A3EA-019C57A22C1E}" destId="{91EDC50C-5252-4A4B-B887-B12B93353208}" srcOrd="1" destOrd="0" presId="urn:microsoft.com/office/officeart/2018/2/layout/IconVerticalSolidList"/>
    <dgm:cxn modelId="{0584A713-06FC-4300-83D8-7F3F21F0374F}" type="presParOf" srcId="{5AE1F8B6-1224-4C5D-A3EA-019C57A22C1E}" destId="{DC9DA17F-460E-4A63-98EE-CADB6DAD9771}" srcOrd="2" destOrd="0" presId="urn:microsoft.com/office/officeart/2018/2/layout/IconVerticalSolidList"/>
    <dgm:cxn modelId="{BB257AA8-DC24-435C-AADB-81F13FDD3B60}" type="presParOf" srcId="{DC9DA17F-460E-4A63-98EE-CADB6DAD9771}" destId="{B01F2FB1-5E31-41AF-8FEB-A2D77E2AF46B}" srcOrd="0" destOrd="0" presId="urn:microsoft.com/office/officeart/2018/2/layout/IconVerticalSolidList"/>
    <dgm:cxn modelId="{32DC9DEC-CD86-40E4-B230-7281C11B7FCC}" type="presParOf" srcId="{DC9DA17F-460E-4A63-98EE-CADB6DAD9771}" destId="{596EE360-5A0D-47BD-B715-B69974442AAA}" srcOrd="1" destOrd="0" presId="urn:microsoft.com/office/officeart/2018/2/layout/IconVerticalSolidList"/>
    <dgm:cxn modelId="{02A31AFB-1365-48E6-B2D4-C6239AF8D335}" type="presParOf" srcId="{DC9DA17F-460E-4A63-98EE-CADB6DAD9771}" destId="{E05308DB-6BB0-4397-8766-6367B37E669D}" srcOrd="2" destOrd="0" presId="urn:microsoft.com/office/officeart/2018/2/layout/IconVerticalSolidList"/>
    <dgm:cxn modelId="{01ECC2FA-CAB7-4ADA-8919-7FC83D94AA11}" type="presParOf" srcId="{DC9DA17F-460E-4A63-98EE-CADB6DAD9771}" destId="{FEE03196-D7E3-4D57-9E82-215060C0622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8161FA1-1BF8-44F4-861A-29EE14EACD1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469B16A-9174-46F7-B4EB-A31CBDD3D78D}">
      <dgm:prSet/>
      <dgm:spPr/>
      <dgm:t>
        <a:bodyPr/>
        <a:lstStyle/>
        <a:p>
          <a:r>
            <a:rPr lang="en-US" b="0" i="0"/>
            <a:t>A </a:t>
          </a:r>
          <a:r>
            <a:rPr lang="en-US" b="1" i="0"/>
            <a:t>constraint </a:t>
          </a:r>
          <a:r>
            <a:rPr lang="en-US" b="0" i="0"/>
            <a:t>is a restriction placed on the data. </a:t>
          </a:r>
          <a:endParaRPr lang="en-US"/>
        </a:p>
      </dgm:t>
    </dgm:pt>
    <dgm:pt modelId="{A5504844-1DD1-497B-9D45-4AD6E2EADD37}" type="parTrans" cxnId="{2534CB4A-A821-46B0-900E-87622AEBC1C2}">
      <dgm:prSet/>
      <dgm:spPr/>
      <dgm:t>
        <a:bodyPr/>
        <a:lstStyle/>
        <a:p>
          <a:endParaRPr lang="en-US"/>
        </a:p>
      </dgm:t>
    </dgm:pt>
    <dgm:pt modelId="{254F855F-3EED-4E6A-B87D-3C82C6712659}" type="sibTrans" cxnId="{2534CB4A-A821-46B0-900E-87622AEBC1C2}">
      <dgm:prSet/>
      <dgm:spPr/>
      <dgm:t>
        <a:bodyPr/>
        <a:lstStyle/>
        <a:p>
          <a:endParaRPr lang="en-US"/>
        </a:p>
      </dgm:t>
    </dgm:pt>
    <dgm:pt modelId="{0A7945FA-0496-443D-8806-7033C1F32CCE}">
      <dgm:prSet/>
      <dgm:spPr/>
      <dgm:t>
        <a:bodyPr/>
        <a:lstStyle/>
        <a:p>
          <a:r>
            <a:rPr lang="en-US" b="0" i="0"/>
            <a:t>Constraints are important because they help to ensure data integrity.</a:t>
          </a:r>
          <a:endParaRPr lang="en-US"/>
        </a:p>
      </dgm:t>
    </dgm:pt>
    <dgm:pt modelId="{8305521A-8344-4FFD-8532-982592F4012A}" type="parTrans" cxnId="{DED33DB7-DCD4-4484-9E2E-B2DF4E503660}">
      <dgm:prSet/>
      <dgm:spPr/>
      <dgm:t>
        <a:bodyPr/>
        <a:lstStyle/>
        <a:p>
          <a:endParaRPr lang="en-US"/>
        </a:p>
      </dgm:t>
    </dgm:pt>
    <dgm:pt modelId="{C4533D6D-F65B-4BBC-BB34-823226C410BD}" type="sibTrans" cxnId="{DED33DB7-DCD4-4484-9E2E-B2DF4E503660}">
      <dgm:prSet/>
      <dgm:spPr/>
      <dgm:t>
        <a:bodyPr/>
        <a:lstStyle/>
        <a:p>
          <a:endParaRPr lang="en-US"/>
        </a:p>
      </dgm:t>
    </dgm:pt>
    <dgm:pt modelId="{50FCCD9B-36FB-4F3B-9C40-A83E467666CA}">
      <dgm:prSet/>
      <dgm:spPr/>
      <dgm:t>
        <a:bodyPr/>
        <a:lstStyle/>
        <a:p>
          <a:r>
            <a:rPr lang="en-US" b="0" i="0"/>
            <a:t>Constraints are normally expressed in the form of rules</a:t>
          </a:r>
          <a:endParaRPr lang="en-US"/>
        </a:p>
      </dgm:t>
    </dgm:pt>
    <dgm:pt modelId="{E0889BE9-B1F7-49D4-8827-C022E984A6F5}" type="parTrans" cxnId="{DFFF7E95-E3AC-42CD-A6A8-70E9C2EC1DA5}">
      <dgm:prSet/>
      <dgm:spPr/>
      <dgm:t>
        <a:bodyPr/>
        <a:lstStyle/>
        <a:p>
          <a:endParaRPr lang="en-US"/>
        </a:p>
      </dgm:t>
    </dgm:pt>
    <dgm:pt modelId="{3CF0C643-9ABE-4ACE-AD56-1BF27FA131D2}" type="sibTrans" cxnId="{DFFF7E95-E3AC-42CD-A6A8-70E9C2EC1DA5}">
      <dgm:prSet/>
      <dgm:spPr/>
      <dgm:t>
        <a:bodyPr/>
        <a:lstStyle/>
        <a:p>
          <a:endParaRPr lang="en-US"/>
        </a:p>
      </dgm:t>
    </dgm:pt>
    <dgm:pt modelId="{27BF2D5E-A7E5-4286-936E-43572B69AEA0}" type="pres">
      <dgm:prSet presAssocID="{78161FA1-1BF8-44F4-861A-29EE14EACD15}" presName="root" presStyleCnt="0">
        <dgm:presLayoutVars>
          <dgm:dir/>
          <dgm:resizeHandles val="exact"/>
        </dgm:presLayoutVars>
      </dgm:prSet>
      <dgm:spPr/>
    </dgm:pt>
    <dgm:pt modelId="{AF3B7746-3BC1-4D5A-BCF6-FD799F017939}" type="pres">
      <dgm:prSet presAssocID="{0469B16A-9174-46F7-B4EB-A31CBDD3D78D}" presName="compNode" presStyleCnt="0"/>
      <dgm:spPr/>
    </dgm:pt>
    <dgm:pt modelId="{4716205C-5338-4D12-9143-269E81B55DBA}" type="pres">
      <dgm:prSet presAssocID="{0469B16A-9174-46F7-B4EB-A31CBDD3D78D}" presName="bgRect" presStyleLbl="bgShp" presStyleIdx="0" presStyleCnt="3"/>
      <dgm:spPr/>
    </dgm:pt>
    <dgm:pt modelId="{A46BB7F2-C730-4221-A4BB-D5F6B905DBF7}" type="pres">
      <dgm:prSet presAssocID="{0469B16A-9174-46F7-B4EB-A31CBDD3D78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rritant"/>
        </a:ext>
      </dgm:extLst>
    </dgm:pt>
    <dgm:pt modelId="{AF8A4A51-1527-40BD-B9FE-1A3EA6AC1B0B}" type="pres">
      <dgm:prSet presAssocID="{0469B16A-9174-46F7-B4EB-A31CBDD3D78D}" presName="spaceRect" presStyleCnt="0"/>
      <dgm:spPr/>
    </dgm:pt>
    <dgm:pt modelId="{F9876EB0-A61D-4E07-BE95-34C3175008E2}" type="pres">
      <dgm:prSet presAssocID="{0469B16A-9174-46F7-B4EB-A31CBDD3D78D}" presName="parTx" presStyleLbl="revTx" presStyleIdx="0" presStyleCnt="3">
        <dgm:presLayoutVars>
          <dgm:chMax val="0"/>
          <dgm:chPref val="0"/>
        </dgm:presLayoutVars>
      </dgm:prSet>
      <dgm:spPr/>
    </dgm:pt>
    <dgm:pt modelId="{0E73395F-6C31-4079-89F5-823918A8F058}" type="pres">
      <dgm:prSet presAssocID="{254F855F-3EED-4E6A-B87D-3C82C6712659}" presName="sibTrans" presStyleCnt="0"/>
      <dgm:spPr/>
    </dgm:pt>
    <dgm:pt modelId="{2FAF87B0-C95C-4A5D-BE21-1947B6B4CB47}" type="pres">
      <dgm:prSet presAssocID="{0A7945FA-0496-443D-8806-7033C1F32CCE}" presName="compNode" presStyleCnt="0"/>
      <dgm:spPr/>
    </dgm:pt>
    <dgm:pt modelId="{0060F7FD-FDD7-4F77-995D-632A2D0AB35A}" type="pres">
      <dgm:prSet presAssocID="{0A7945FA-0496-443D-8806-7033C1F32CCE}" presName="bgRect" presStyleLbl="bgShp" presStyleIdx="1" presStyleCnt="3"/>
      <dgm:spPr/>
    </dgm:pt>
    <dgm:pt modelId="{028E13FE-D7C7-4A0C-ABEF-82380E298E4F}" type="pres">
      <dgm:prSet presAssocID="{0A7945FA-0496-443D-8806-7033C1F32CC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800DB852-0923-47FC-8828-8C3EE391E7CF}" type="pres">
      <dgm:prSet presAssocID="{0A7945FA-0496-443D-8806-7033C1F32CCE}" presName="spaceRect" presStyleCnt="0"/>
      <dgm:spPr/>
    </dgm:pt>
    <dgm:pt modelId="{F54A1940-E993-4689-A8A0-6E5A4ED443FB}" type="pres">
      <dgm:prSet presAssocID="{0A7945FA-0496-443D-8806-7033C1F32CCE}" presName="parTx" presStyleLbl="revTx" presStyleIdx="1" presStyleCnt="3">
        <dgm:presLayoutVars>
          <dgm:chMax val="0"/>
          <dgm:chPref val="0"/>
        </dgm:presLayoutVars>
      </dgm:prSet>
      <dgm:spPr/>
    </dgm:pt>
    <dgm:pt modelId="{752AFC3A-00C9-4F6F-8B61-F297BC2604C0}" type="pres">
      <dgm:prSet presAssocID="{C4533D6D-F65B-4BBC-BB34-823226C410BD}" presName="sibTrans" presStyleCnt="0"/>
      <dgm:spPr/>
    </dgm:pt>
    <dgm:pt modelId="{014C7F23-A94C-4D2E-A0F5-978D004BB897}" type="pres">
      <dgm:prSet presAssocID="{50FCCD9B-36FB-4F3B-9C40-A83E467666CA}" presName="compNode" presStyleCnt="0"/>
      <dgm:spPr/>
    </dgm:pt>
    <dgm:pt modelId="{721E88FB-9B1D-485A-8B67-BCC9D4CCB658}" type="pres">
      <dgm:prSet presAssocID="{50FCCD9B-36FB-4F3B-9C40-A83E467666CA}" presName="bgRect" presStyleLbl="bgShp" presStyleIdx="2" presStyleCnt="3"/>
      <dgm:spPr/>
    </dgm:pt>
    <dgm:pt modelId="{11B34EEA-CD07-4C0B-A56B-A409A6AC1178}" type="pres">
      <dgm:prSet presAssocID="{50FCCD9B-36FB-4F3B-9C40-A83E467666C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4008F912-AEA4-4141-8F10-8D901D39E911}" type="pres">
      <dgm:prSet presAssocID="{50FCCD9B-36FB-4F3B-9C40-A83E467666CA}" presName="spaceRect" presStyleCnt="0"/>
      <dgm:spPr/>
    </dgm:pt>
    <dgm:pt modelId="{2915CA1B-067A-434B-A716-F087D6EAB56D}" type="pres">
      <dgm:prSet presAssocID="{50FCCD9B-36FB-4F3B-9C40-A83E467666CA}" presName="parTx" presStyleLbl="revTx" presStyleIdx="2" presStyleCnt="3">
        <dgm:presLayoutVars>
          <dgm:chMax val="0"/>
          <dgm:chPref val="0"/>
        </dgm:presLayoutVars>
      </dgm:prSet>
      <dgm:spPr/>
    </dgm:pt>
  </dgm:ptLst>
  <dgm:cxnLst>
    <dgm:cxn modelId="{4A2AA332-B7F9-4554-A4E4-C78668014E2A}" type="presOf" srcId="{50FCCD9B-36FB-4F3B-9C40-A83E467666CA}" destId="{2915CA1B-067A-434B-A716-F087D6EAB56D}" srcOrd="0" destOrd="0" presId="urn:microsoft.com/office/officeart/2018/2/layout/IconVerticalSolidList"/>
    <dgm:cxn modelId="{2534CB4A-A821-46B0-900E-87622AEBC1C2}" srcId="{78161FA1-1BF8-44F4-861A-29EE14EACD15}" destId="{0469B16A-9174-46F7-B4EB-A31CBDD3D78D}" srcOrd="0" destOrd="0" parTransId="{A5504844-1DD1-497B-9D45-4AD6E2EADD37}" sibTransId="{254F855F-3EED-4E6A-B87D-3C82C6712659}"/>
    <dgm:cxn modelId="{7D65A06C-5BC3-44EC-A766-2A02CBDB543A}" type="presOf" srcId="{0469B16A-9174-46F7-B4EB-A31CBDD3D78D}" destId="{F9876EB0-A61D-4E07-BE95-34C3175008E2}" srcOrd="0" destOrd="0" presId="urn:microsoft.com/office/officeart/2018/2/layout/IconVerticalSolidList"/>
    <dgm:cxn modelId="{E3C0A26D-C97E-4971-B49F-3924D75C4044}" type="presOf" srcId="{0A7945FA-0496-443D-8806-7033C1F32CCE}" destId="{F54A1940-E993-4689-A8A0-6E5A4ED443FB}" srcOrd="0" destOrd="0" presId="urn:microsoft.com/office/officeart/2018/2/layout/IconVerticalSolidList"/>
    <dgm:cxn modelId="{DFFF7E95-E3AC-42CD-A6A8-70E9C2EC1DA5}" srcId="{78161FA1-1BF8-44F4-861A-29EE14EACD15}" destId="{50FCCD9B-36FB-4F3B-9C40-A83E467666CA}" srcOrd="2" destOrd="0" parTransId="{E0889BE9-B1F7-49D4-8827-C022E984A6F5}" sibTransId="{3CF0C643-9ABE-4ACE-AD56-1BF27FA131D2}"/>
    <dgm:cxn modelId="{6A98D7B5-E16B-45D5-B7F0-30B28205578D}" type="presOf" srcId="{78161FA1-1BF8-44F4-861A-29EE14EACD15}" destId="{27BF2D5E-A7E5-4286-936E-43572B69AEA0}" srcOrd="0" destOrd="0" presId="urn:microsoft.com/office/officeart/2018/2/layout/IconVerticalSolidList"/>
    <dgm:cxn modelId="{DED33DB7-DCD4-4484-9E2E-B2DF4E503660}" srcId="{78161FA1-1BF8-44F4-861A-29EE14EACD15}" destId="{0A7945FA-0496-443D-8806-7033C1F32CCE}" srcOrd="1" destOrd="0" parTransId="{8305521A-8344-4FFD-8532-982592F4012A}" sibTransId="{C4533D6D-F65B-4BBC-BB34-823226C410BD}"/>
    <dgm:cxn modelId="{1CF82EED-8957-4CFB-BAAE-170281EFA16D}" type="presParOf" srcId="{27BF2D5E-A7E5-4286-936E-43572B69AEA0}" destId="{AF3B7746-3BC1-4D5A-BCF6-FD799F017939}" srcOrd="0" destOrd="0" presId="urn:microsoft.com/office/officeart/2018/2/layout/IconVerticalSolidList"/>
    <dgm:cxn modelId="{7EE71A48-61DE-4E0C-A063-52865B5EF237}" type="presParOf" srcId="{AF3B7746-3BC1-4D5A-BCF6-FD799F017939}" destId="{4716205C-5338-4D12-9143-269E81B55DBA}" srcOrd="0" destOrd="0" presId="urn:microsoft.com/office/officeart/2018/2/layout/IconVerticalSolidList"/>
    <dgm:cxn modelId="{943F5167-D4B6-4A34-B47B-93AC7FCF0EE1}" type="presParOf" srcId="{AF3B7746-3BC1-4D5A-BCF6-FD799F017939}" destId="{A46BB7F2-C730-4221-A4BB-D5F6B905DBF7}" srcOrd="1" destOrd="0" presId="urn:microsoft.com/office/officeart/2018/2/layout/IconVerticalSolidList"/>
    <dgm:cxn modelId="{1E166020-9842-4D2C-88B0-BA48F652AA3B}" type="presParOf" srcId="{AF3B7746-3BC1-4D5A-BCF6-FD799F017939}" destId="{AF8A4A51-1527-40BD-B9FE-1A3EA6AC1B0B}" srcOrd="2" destOrd="0" presId="urn:microsoft.com/office/officeart/2018/2/layout/IconVerticalSolidList"/>
    <dgm:cxn modelId="{329164FE-DB8D-41DD-96D6-EF68D41C2EB7}" type="presParOf" srcId="{AF3B7746-3BC1-4D5A-BCF6-FD799F017939}" destId="{F9876EB0-A61D-4E07-BE95-34C3175008E2}" srcOrd="3" destOrd="0" presId="urn:microsoft.com/office/officeart/2018/2/layout/IconVerticalSolidList"/>
    <dgm:cxn modelId="{328D74BA-1130-41C0-B263-625B72262D96}" type="presParOf" srcId="{27BF2D5E-A7E5-4286-936E-43572B69AEA0}" destId="{0E73395F-6C31-4079-89F5-823918A8F058}" srcOrd="1" destOrd="0" presId="urn:microsoft.com/office/officeart/2018/2/layout/IconVerticalSolidList"/>
    <dgm:cxn modelId="{A838361C-E2C9-4EFB-88D7-DD5D239346BF}" type="presParOf" srcId="{27BF2D5E-A7E5-4286-936E-43572B69AEA0}" destId="{2FAF87B0-C95C-4A5D-BE21-1947B6B4CB47}" srcOrd="2" destOrd="0" presId="urn:microsoft.com/office/officeart/2018/2/layout/IconVerticalSolidList"/>
    <dgm:cxn modelId="{B127F001-DC56-41DB-8214-CCCA90A401C3}" type="presParOf" srcId="{2FAF87B0-C95C-4A5D-BE21-1947B6B4CB47}" destId="{0060F7FD-FDD7-4F77-995D-632A2D0AB35A}" srcOrd="0" destOrd="0" presId="urn:microsoft.com/office/officeart/2018/2/layout/IconVerticalSolidList"/>
    <dgm:cxn modelId="{5332A20F-06C2-4D70-85FF-357F9863BF37}" type="presParOf" srcId="{2FAF87B0-C95C-4A5D-BE21-1947B6B4CB47}" destId="{028E13FE-D7C7-4A0C-ABEF-82380E298E4F}" srcOrd="1" destOrd="0" presId="urn:microsoft.com/office/officeart/2018/2/layout/IconVerticalSolidList"/>
    <dgm:cxn modelId="{67864AE0-6B26-4B36-8CF9-9FA970F173FD}" type="presParOf" srcId="{2FAF87B0-C95C-4A5D-BE21-1947B6B4CB47}" destId="{800DB852-0923-47FC-8828-8C3EE391E7CF}" srcOrd="2" destOrd="0" presId="urn:microsoft.com/office/officeart/2018/2/layout/IconVerticalSolidList"/>
    <dgm:cxn modelId="{53E0C681-D34B-482C-8410-BA649503F13B}" type="presParOf" srcId="{2FAF87B0-C95C-4A5D-BE21-1947B6B4CB47}" destId="{F54A1940-E993-4689-A8A0-6E5A4ED443FB}" srcOrd="3" destOrd="0" presId="urn:microsoft.com/office/officeart/2018/2/layout/IconVerticalSolidList"/>
    <dgm:cxn modelId="{AD842C4B-405E-4800-A098-7CF8A28E12DE}" type="presParOf" srcId="{27BF2D5E-A7E5-4286-936E-43572B69AEA0}" destId="{752AFC3A-00C9-4F6F-8B61-F297BC2604C0}" srcOrd="3" destOrd="0" presId="urn:microsoft.com/office/officeart/2018/2/layout/IconVerticalSolidList"/>
    <dgm:cxn modelId="{6A083727-C9E8-494E-AF2A-7F44C0707A70}" type="presParOf" srcId="{27BF2D5E-A7E5-4286-936E-43572B69AEA0}" destId="{014C7F23-A94C-4D2E-A0F5-978D004BB897}" srcOrd="4" destOrd="0" presId="urn:microsoft.com/office/officeart/2018/2/layout/IconVerticalSolidList"/>
    <dgm:cxn modelId="{023CBB29-0ED3-4305-B650-E8ED16E89A73}" type="presParOf" srcId="{014C7F23-A94C-4D2E-A0F5-978D004BB897}" destId="{721E88FB-9B1D-485A-8B67-BCC9D4CCB658}" srcOrd="0" destOrd="0" presId="urn:microsoft.com/office/officeart/2018/2/layout/IconVerticalSolidList"/>
    <dgm:cxn modelId="{1438B24F-BD5B-45CA-ACC7-580C60BCC610}" type="presParOf" srcId="{014C7F23-A94C-4D2E-A0F5-978D004BB897}" destId="{11B34EEA-CD07-4C0B-A56B-A409A6AC1178}" srcOrd="1" destOrd="0" presId="urn:microsoft.com/office/officeart/2018/2/layout/IconVerticalSolidList"/>
    <dgm:cxn modelId="{F8A104C6-065D-447C-A5CB-92A96EE9A648}" type="presParOf" srcId="{014C7F23-A94C-4D2E-A0F5-978D004BB897}" destId="{4008F912-AEA4-4141-8F10-8D901D39E911}" srcOrd="2" destOrd="0" presId="urn:microsoft.com/office/officeart/2018/2/layout/IconVerticalSolidList"/>
    <dgm:cxn modelId="{03D903A0-AA6B-495B-91A5-3783A87434A1}" type="presParOf" srcId="{014C7F23-A94C-4D2E-A0F5-978D004BB897}" destId="{2915CA1B-067A-434B-A716-F087D6EAB56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283FD1E-E63E-4B09-8617-5F043A385AD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C5D8FF9-D3B1-4249-8C0D-2E3ED0D20CB4}">
      <dgm:prSet/>
      <dgm:spPr/>
      <dgm:t>
        <a:bodyPr/>
        <a:lstStyle/>
        <a:p>
          <a:r>
            <a:rPr lang="en-US"/>
            <a:t>Allows</a:t>
          </a:r>
          <a:r>
            <a:rPr lang="en-US" b="0" i="0"/>
            <a:t> the designer to focus on the logical representation of the data and its relationships rather than physical storage details</a:t>
          </a:r>
          <a:endParaRPr lang="en-US"/>
        </a:p>
      </dgm:t>
    </dgm:pt>
    <dgm:pt modelId="{F4BF6269-0EC9-4405-AD55-14AA5637D1DB}" type="parTrans" cxnId="{C5BB1D33-AE7F-434E-9DD7-A0817CFDF3BE}">
      <dgm:prSet/>
      <dgm:spPr/>
      <dgm:t>
        <a:bodyPr/>
        <a:lstStyle/>
        <a:p>
          <a:endParaRPr lang="en-US"/>
        </a:p>
      </dgm:t>
    </dgm:pt>
    <dgm:pt modelId="{8B9421F6-A1C9-42E0-BC26-C2DDCC79DC9E}" type="sibTrans" cxnId="{C5BB1D33-AE7F-434E-9DD7-A0817CFDF3BE}">
      <dgm:prSet/>
      <dgm:spPr/>
      <dgm:t>
        <a:bodyPr/>
        <a:lstStyle/>
        <a:p>
          <a:endParaRPr lang="en-US"/>
        </a:p>
      </dgm:t>
    </dgm:pt>
    <dgm:pt modelId="{23A55168-AC6C-4916-A955-FADB85E42E52}">
      <dgm:prSet/>
      <dgm:spPr/>
      <dgm:t>
        <a:bodyPr/>
        <a:lstStyle/>
        <a:p>
          <a:r>
            <a:rPr lang="en-US" b="0" i="0"/>
            <a:t>The relational model enables you to view data </a:t>
          </a:r>
          <a:r>
            <a:rPr lang="en-US" b="1" i="0"/>
            <a:t>logically </a:t>
          </a:r>
          <a:r>
            <a:rPr lang="en-US" b="0" i="0"/>
            <a:t>rather than </a:t>
          </a:r>
          <a:r>
            <a:rPr lang="en-US" b="1" i="0"/>
            <a:t>physically</a:t>
          </a:r>
          <a:r>
            <a:rPr lang="en-US" b="0" i="0"/>
            <a:t>.</a:t>
          </a:r>
          <a:endParaRPr lang="en-US"/>
        </a:p>
      </dgm:t>
    </dgm:pt>
    <dgm:pt modelId="{7D16E5CF-26B3-4088-8F2E-10830E9660DE}" type="parTrans" cxnId="{638C243A-F210-4DB0-8820-8413767B5612}">
      <dgm:prSet/>
      <dgm:spPr/>
      <dgm:t>
        <a:bodyPr/>
        <a:lstStyle/>
        <a:p>
          <a:endParaRPr lang="en-US"/>
        </a:p>
      </dgm:t>
    </dgm:pt>
    <dgm:pt modelId="{A023B512-F4D8-44D0-9504-94A4693E6A66}" type="sibTrans" cxnId="{638C243A-F210-4DB0-8820-8413767B5612}">
      <dgm:prSet/>
      <dgm:spPr/>
      <dgm:t>
        <a:bodyPr/>
        <a:lstStyle/>
        <a:p>
          <a:endParaRPr lang="en-US"/>
        </a:p>
      </dgm:t>
    </dgm:pt>
    <dgm:pt modelId="{32C9DBE9-DAF0-4228-9184-B47023DD12A9}" type="pres">
      <dgm:prSet presAssocID="{4283FD1E-E63E-4B09-8617-5F043A385ADB}" presName="root" presStyleCnt="0">
        <dgm:presLayoutVars>
          <dgm:dir/>
          <dgm:resizeHandles val="exact"/>
        </dgm:presLayoutVars>
      </dgm:prSet>
      <dgm:spPr/>
    </dgm:pt>
    <dgm:pt modelId="{40EE38BB-4974-4298-A107-B4DAA540FFB8}" type="pres">
      <dgm:prSet presAssocID="{2C5D8FF9-D3B1-4249-8C0D-2E3ED0D20CB4}" presName="compNode" presStyleCnt="0"/>
      <dgm:spPr/>
    </dgm:pt>
    <dgm:pt modelId="{27669B8A-C5F6-422C-A202-079B08C1251F}" type="pres">
      <dgm:prSet presAssocID="{2C5D8FF9-D3B1-4249-8C0D-2E3ED0D20CB4}" presName="bgRect" presStyleLbl="bgShp" presStyleIdx="0" presStyleCnt="2"/>
      <dgm:spPr/>
    </dgm:pt>
    <dgm:pt modelId="{56C0F5AE-076F-4DCC-9C7A-75C5CA50465F}" type="pres">
      <dgm:prSet presAssocID="{2C5D8FF9-D3B1-4249-8C0D-2E3ED0D20CB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E088721-8C8C-493C-82CF-AAD835F5011B}" type="pres">
      <dgm:prSet presAssocID="{2C5D8FF9-D3B1-4249-8C0D-2E3ED0D20CB4}" presName="spaceRect" presStyleCnt="0"/>
      <dgm:spPr/>
    </dgm:pt>
    <dgm:pt modelId="{88F0665B-5A1D-496C-9383-5B97068D6E17}" type="pres">
      <dgm:prSet presAssocID="{2C5D8FF9-D3B1-4249-8C0D-2E3ED0D20CB4}" presName="parTx" presStyleLbl="revTx" presStyleIdx="0" presStyleCnt="2">
        <dgm:presLayoutVars>
          <dgm:chMax val="0"/>
          <dgm:chPref val="0"/>
        </dgm:presLayoutVars>
      </dgm:prSet>
      <dgm:spPr/>
    </dgm:pt>
    <dgm:pt modelId="{F2A3CF6D-1DC6-4370-9252-7235F1A91D27}" type="pres">
      <dgm:prSet presAssocID="{8B9421F6-A1C9-42E0-BC26-C2DDCC79DC9E}" presName="sibTrans" presStyleCnt="0"/>
      <dgm:spPr/>
    </dgm:pt>
    <dgm:pt modelId="{DD74F62B-1CE6-4113-A171-BA75EA27B11E}" type="pres">
      <dgm:prSet presAssocID="{23A55168-AC6C-4916-A955-FADB85E42E52}" presName="compNode" presStyleCnt="0"/>
      <dgm:spPr/>
    </dgm:pt>
    <dgm:pt modelId="{8868B562-5D5B-4B53-905A-32C0407C9600}" type="pres">
      <dgm:prSet presAssocID="{23A55168-AC6C-4916-A955-FADB85E42E52}" presName="bgRect" presStyleLbl="bgShp" presStyleIdx="1" presStyleCnt="2"/>
      <dgm:spPr/>
    </dgm:pt>
    <dgm:pt modelId="{D8C4C9CA-4EE8-41BC-A01A-33120BE4CF4D}" type="pres">
      <dgm:prSet presAssocID="{23A55168-AC6C-4916-A955-FADB85E42E5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ble"/>
        </a:ext>
      </dgm:extLst>
    </dgm:pt>
    <dgm:pt modelId="{22D6594C-FEB9-48F5-8286-61BD105E9B56}" type="pres">
      <dgm:prSet presAssocID="{23A55168-AC6C-4916-A955-FADB85E42E52}" presName="spaceRect" presStyleCnt="0"/>
      <dgm:spPr/>
    </dgm:pt>
    <dgm:pt modelId="{C3B93859-37D5-4A55-B397-30AC2C7953EC}" type="pres">
      <dgm:prSet presAssocID="{23A55168-AC6C-4916-A955-FADB85E42E52}" presName="parTx" presStyleLbl="revTx" presStyleIdx="1" presStyleCnt="2">
        <dgm:presLayoutVars>
          <dgm:chMax val="0"/>
          <dgm:chPref val="0"/>
        </dgm:presLayoutVars>
      </dgm:prSet>
      <dgm:spPr/>
    </dgm:pt>
  </dgm:ptLst>
  <dgm:cxnLst>
    <dgm:cxn modelId="{5EEBA621-2289-4836-9634-80A0583B5921}" type="presOf" srcId="{4283FD1E-E63E-4B09-8617-5F043A385ADB}" destId="{32C9DBE9-DAF0-4228-9184-B47023DD12A9}" srcOrd="0" destOrd="0" presId="urn:microsoft.com/office/officeart/2018/2/layout/IconVerticalSolidList"/>
    <dgm:cxn modelId="{69CFC621-E55C-4F01-83F9-6FFDB75F8A4F}" type="presOf" srcId="{23A55168-AC6C-4916-A955-FADB85E42E52}" destId="{C3B93859-37D5-4A55-B397-30AC2C7953EC}" srcOrd="0" destOrd="0" presId="urn:microsoft.com/office/officeart/2018/2/layout/IconVerticalSolidList"/>
    <dgm:cxn modelId="{AF80D325-10EC-4184-9FB7-A3BFBE51E801}" type="presOf" srcId="{2C5D8FF9-D3B1-4249-8C0D-2E3ED0D20CB4}" destId="{88F0665B-5A1D-496C-9383-5B97068D6E17}" srcOrd="0" destOrd="0" presId="urn:microsoft.com/office/officeart/2018/2/layout/IconVerticalSolidList"/>
    <dgm:cxn modelId="{C5BB1D33-AE7F-434E-9DD7-A0817CFDF3BE}" srcId="{4283FD1E-E63E-4B09-8617-5F043A385ADB}" destId="{2C5D8FF9-D3B1-4249-8C0D-2E3ED0D20CB4}" srcOrd="0" destOrd="0" parTransId="{F4BF6269-0EC9-4405-AD55-14AA5637D1DB}" sibTransId="{8B9421F6-A1C9-42E0-BC26-C2DDCC79DC9E}"/>
    <dgm:cxn modelId="{638C243A-F210-4DB0-8820-8413767B5612}" srcId="{4283FD1E-E63E-4B09-8617-5F043A385ADB}" destId="{23A55168-AC6C-4916-A955-FADB85E42E52}" srcOrd="1" destOrd="0" parTransId="{7D16E5CF-26B3-4088-8F2E-10830E9660DE}" sibTransId="{A023B512-F4D8-44D0-9504-94A4693E6A66}"/>
    <dgm:cxn modelId="{39134F42-7E0C-4B4C-9CB9-101A7ACAAF07}" type="presParOf" srcId="{32C9DBE9-DAF0-4228-9184-B47023DD12A9}" destId="{40EE38BB-4974-4298-A107-B4DAA540FFB8}" srcOrd="0" destOrd="0" presId="urn:microsoft.com/office/officeart/2018/2/layout/IconVerticalSolidList"/>
    <dgm:cxn modelId="{6E11C2EF-38CD-43A1-8412-86B197353CB6}" type="presParOf" srcId="{40EE38BB-4974-4298-A107-B4DAA540FFB8}" destId="{27669B8A-C5F6-422C-A202-079B08C1251F}" srcOrd="0" destOrd="0" presId="urn:microsoft.com/office/officeart/2018/2/layout/IconVerticalSolidList"/>
    <dgm:cxn modelId="{38374E34-A659-453B-BA87-A8DF96134F00}" type="presParOf" srcId="{40EE38BB-4974-4298-A107-B4DAA540FFB8}" destId="{56C0F5AE-076F-4DCC-9C7A-75C5CA50465F}" srcOrd="1" destOrd="0" presId="urn:microsoft.com/office/officeart/2018/2/layout/IconVerticalSolidList"/>
    <dgm:cxn modelId="{2EA2A6D6-564D-4909-ACD3-644FD47F3C9F}" type="presParOf" srcId="{40EE38BB-4974-4298-A107-B4DAA540FFB8}" destId="{0E088721-8C8C-493C-82CF-AAD835F5011B}" srcOrd="2" destOrd="0" presId="urn:microsoft.com/office/officeart/2018/2/layout/IconVerticalSolidList"/>
    <dgm:cxn modelId="{EF5BEE45-73CD-4AF6-8A34-B3CC822C6C30}" type="presParOf" srcId="{40EE38BB-4974-4298-A107-B4DAA540FFB8}" destId="{88F0665B-5A1D-496C-9383-5B97068D6E17}" srcOrd="3" destOrd="0" presId="urn:microsoft.com/office/officeart/2018/2/layout/IconVerticalSolidList"/>
    <dgm:cxn modelId="{2ED564AC-C1FD-430C-B1D6-4DB917E323F3}" type="presParOf" srcId="{32C9DBE9-DAF0-4228-9184-B47023DD12A9}" destId="{F2A3CF6D-1DC6-4370-9252-7235F1A91D27}" srcOrd="1" destOrd="0" presId="urn:microsoft.com/office/officeart/2018/2/layout/IconVerticalSolidList"/>
    <dgm:cxn modelId="{48A93D32-5256-4B95-80A4-0815EBA40896}" type="presParOf" srcId="{32C9DBE9-DAF0-4228-9184-B47023DD12A9}" destId="{DD74F62B-1CE6-4113-A171-BA75EA27B11E}" srcOrd="2" destOrd="0" presId="urn:microsoft.com/office/officeart/2018/2/layout/IconVerticalSolidList"/>
    <dgm:cxn modelId="{C7A3E2E9-1F5D-4643-897E-D323FDBEAB51}" type="presParOf" srcId="{DD74F62B-1CE6-4113-A171-BA75EA27B11E}" destId="{8868B562-5D5B-4B53-905A-32C0407C9600}" srcOrd="0" destOrd="0" presId="urn:microsoft.com/office/officeart/2018/2/layout/IconVerticalSolidList"/>
    <dgm:cxn modelId="{4A5A513E-6FF9-4BE1-8A41-771DD19B6330}" type="presParOf" srcId="{DD74F62B-1CE6-4113-A171-BA75EA27B11E}" destId="{D8C4C9CA-4EE8-41BC-A01A-33120BE4CF4D}" srcOrd="1" destOrd="0" presId="urn:microsoft.com/office/officeart/2018/2/layout/IconVerticalSolidList"/>
    <dgm:cxn modelId="{8DF22F63-068E-4116-8571-EE6B0AD9B5CA}" type="presParOf" srcId="{DD74F62B-1CE6-4113-A171-BA75EA27B11E}" destId="{22D6594C-FEB9-48F5-8286-61BD105E9B56}" srcOrd="2" destOrd="0" presId="urn:microsoft.com/office/officeart/2018/2/layout/IconVerticalSolidList"/>
    <dgm:cxn modelId="{78B10D5F-AAF6-49FB-B077-69935CB38FFC}" type="presParOf" srcId="{DD74F62B-1CE6-4113-A171-BA75EA27B11E}" destId="{C3B93859-37D5-4A55-B397-30AC2C7953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D52CAE0-51C8-47C4-9B46-AEBC32558E4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D49D621-F394-4097-BC16-B33B7D91490F}">
      <dgm:prSet/>
      <dgm:spPr/>
      <dgm:t>
        <a:bodyPr/>
        <a:lstStyle/>
        <a:p>
          <a:r>
            <a:rPr lang="en-US" b="0" i="0"/>
            <a:t>In the relational model, </a:t>
          </a:r>
          <a:r>
            <a:rPr lang="en-US" b="0" i="0" u="sng"/>
            <a:t>keys are important because they are used to ensure that each row in a table is uniquely identifiable</a:t>
          </a:r>
          <a:r>
            <a:rPr lang="en-US" b="0" i="0"/>
            <a:t>. </a:t>
          </a:r>
          <a:endParaRPr lang="en-US"/>
        </a:p>
      </dgm:t>
    </dgm:pt>
    <dgm:pt modelId="{EB7A97B8-1A64-4C68-B7D5-D6514E002537}" type="parTrans" cxnId="{3F0B6041-15EB-433D-88A3-885519850FCC}">
      <dgm:prSet/>
      <dgm:spPr/>
      <dgm:t>
        <a:bodyPr/>
        <a:lstStyle/>
        <a:p>
          <a:endParaRPr lang="en-US"/>
        </a:p>
      </dgm:t>
    </dgm:pt>
    <dgm:pt modelId="{ABE916F0-86BE-417B-B31C-1A94817A0D04}" type="sibTrans" cxnId="{3F0B6041-15EB-433D-88A3-885519850FCC}">
      <dgm:prSet/>
      <dgm:spPr/>
      <dgm:t>
        <a:bodyPr/>
        <a:lstStyle/>
        <a:p>
          <a:endParaRPr lang="en-US"/>
        </a:p>
      </dgm:t>
    </dgm:pt>
    <dgm:pt modelId="{86652503-3F45-47EC-8141-C293F9F0169C}">
      <dgm:prSet/>
      <dgm:spPr/>
      <dgm:t>
        <a:bodyPr/>
        <a:lstStyle/>
        <a:p>
          <a:r>
            <a:rPr lang="en-US" b="0" i="0"/>
            <a:t>They are also used to establish relationships among tables and to ensure the integrity of the data.</a:t>
          </a:r>
          <a:endParaRPr lang="en-US"/>
        </a:p>
      </dgm:t>
    </dgm:pt>
    <dgm:pt modelId="{8B7D1657-4494-4FED-8746-EE9D1328D0F7}" type="parTrans" cxnId="{A9C24B63-3E73-4A4E-83BA-61BD4262D8E4}">
      <dgm:prSet/>
      <dgm:spPr/>
      <dgm:t>
        <a:bodyPr/>
        <a:lstStyle/>
        <a:p>
          <a:endParaRPr lang="en-US"/>
        </a:p>
      </dgm:t>
    </dgm:pt>
    <dgm:pt modelId="{FAF5116E-962D-4983-8414-A946DBD70876}" type="sibTrans" cxnId="{A9C24B63-3E73-4A4E-83BA-61BD4262D8E4}">
      <dgm:prSet/>
      <dgm:spPr/>
      <dgm:t>
        <a:bodyPr/>
        <a:lstStyle/>
        <a:p>
          <a:endParaRPr lang="en-US"/>
        </a:p>
      </dgm:t>
    </dgm:pt>
    <dgm:pt modelId="{8EC90967-B019-44E6-8678-743B0539E93C}">
      <dgm:prSet/>
      <dgm:spPr/>
      <dgm:t>
        <a:bodyPr/>
        <a:lstStyle/>
        <a:p>
          <a:r>
            <a:rPr lang="en-US" b="0" i="0"/>
            <a:t>A </a:t>
          </a:r>
          <a:r>
            <a:rPr lang="en-US" b="1" i="0"/>
            <a:t>key </a:t>
          </a:r>
          <a:r>
            <a:rPr lang="en-US" b="0" i="0"/>
            <a:t>consists of one or more attributes that determine other attributes..</a:t>
          </a:r>
          <a:endParaRPr lang="en-US"/>
        </a:p>
      </dgm:t>
    </dgm:pt>
    <dgm:pt modelId="{8C9AB396-E5DC-44C7-8893-2388D440506E}" type="parTrans" cxnId="{32A87490-9994-437B-B5DC-DB51EA6A2DCB}">
      <dgm:prSet/>
      <dgm:spPr/>
      <dgm:t>
        <a:bodyPr/>
        <a:lstStyle/>
        <a:p>
          <a:endParaRPr lang="en-US"/>
        </a:p>
      </dgm:t>
    </dgm:pt>
    <dgm:pt modelId="{DC702DAA-D2F0-4414-B49A-7F50A15B2CE1}" type="sibTrans" cxnId="{32A87490-9994-437B-B5DC-DB51EA6A2DCB}">
      <dgm:prSet/>
      <dgm:spPr/>
      <dgm:t>
        <a:bodyPr/>
        <a:lstStyle/>
        <a:p>
          <a:endParaRPr lang="en-US"/>
        </a:p>
      </dgm:t>
    </dgm:pt>
    <dgm:pt modelId="{08E1D00C-DF90-4EE1-835D-78FB31BB9C1A}" type="pres">
      <dgm:prSet presAssocID="{9D52CAE0-51C8-47C4-9B46-AEBC32558E4D}" presName="root" presStyleCnt="0">
        <dgm:presLayoutVars>
          <dgm:dir/>
          <dgm:resizeHandles val="exact"/>
        </dgm:presLayoutVars>
      </dgm:prSet>
      <dgm:spPr/>
    </dgm:pt>
    <dgm:pt modelId="{4AE190DA-0CBB-4A5B-BF08-514277D8D6F9}" type="pres">
      <dgm:prSet presAssocID="{6D49D621-F394-4097-BC16-B33B7D91490F}" presName="compNode" presStyleCnt="0"/>
      <dgm:spPr/>
    </dgm:pt>
    <dgm:pt modelId="{DD0275D1-B52A-4C54-8CA5-3402D1C16686}" type="pres">
      <dgm:prSet presAssocID="{6D49D621-F394-4097-BC16-B33B7D91490F}" presName="bgRect" presStyleLbl="bgShp" presStyleIdx="0" presStyleCnt="3"/>
      <dgm:spPr/>
    </dgm:pt>
    <dgm:pt modelId="{2451DFBB-F66D-4D98-8681-407CEB3357C2}" type="pres">
      <dgm:prSet presAssocID="{6D49D621-F394-4097-BC16-B33B7D91490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55C8935A-91C4-4C43-B60C-4F4466830B41}" type="pres">
      <dgm:prSet presAssocID="{6D49D621-F394-4097-BC16-B33B7D91490F}" presName="spaceRect" presStyleCnt="0"/>
      <dgm:spPr/>
    </dgm:pt>
    <dgm:pt modelId="{E411DCEA-E2C8-460A-B4F0-173F171F18A3}" type="pres">
      <dgm:prSet presAssocID="{6D49D621-F394-4097-BC16-B33B7D91490F}" presName="parTx" presStyleLbl="revTx" presStyleIdx="0" presStyleCnt="3">
        <dgm:presLayoutVars>
          <dgm:chMax val="0"/>
          <dgm:chPref val="0"/>
        </dgm:presLayoutVars>
      </dgm:prSet>
      <dgm:spPr/>
    </dgm:pt>
    <dgm:pt modelId="{AB0557BD-A6D2-475E-9BBD-4B5E8B2F43EB}" type="pres">
      <dgm:prSet presAssocID="{ABE916F0-86BE-417B-B31C-1A94817A0D04}" presName="sibTrans" presStyleCnt="0"/>
      <dgm:spPr/>
    </dgm:pt>
    <dgm:pt modelId="{7946A902-3CD3-4D11-850E-901409D6FBCB}" type="pres">
      <dgm:prSet presAssocID="{86652503-3F45-47EC-8141-C293F9F0169C}" presName="compNode" presStyleCnt="0"/>
      <dgm:spPr/>
    </dgm:pt>
    <dgm:pt modelId="{A1BFB452-C6F7-4338-AA66-C01C470646EE}" type="pres">
      <dgm:prSet presAssocID="{86652503-3F45-47EC-8141-C293F9F0169C}" presName="bgRect" presStyleLbl="bgShp" presStyleIdx="1" presStyleCnt="3"/>
      <dgm:spPr/>
    </dgm:pt>
    <dgm:pt modelId="{E341ED5D-7FA7-46F7-8D14-9E7C4859F9C2}" type="pres">
      <dgm:prSet presAssocID="{86652503-3F45-47EC-8141-C293F9F016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2D92B30-6E70-47BE-8EBB-25E5162006EE}" type="pres">
      <dgm:prSet presAssocID="{86652503-3F45-47EC-8141-C293F9F0169C}" presName="spaceRect" presStyleCnt="0"/>
      <dgm:spPr/>
    </dgm:pt>
    <dgm:pt modelId="{A64F04EF-D14B-49DB-B328-A7DFC9CFF197}" type="pres">
      <dgm:prSet presAssocID="{86652503-3F45-47EC-8141-C293F9F0169C}" presName="parTx" presStyleLbl="revTx" presStyleIdx="1" presStyleCnt="3">
        <dgm:presLayoutVars>
          <dgm:chMax val="0"/>
          <dgm:chPref val="0"/>
        </dgm:presLayoutVars>
      </dgm:prSet>
      <dgm:spPr/>
    </dgm:pt>
    <dgm:pt modelId="{B01964CA-BC08-4F1A-BFA8-24098865D9EC}" type="pres">
      <dgm:prSet presAssocID="{FAF5116E-962D-4983-8414-A946DBD70876}" presName="sibTrans" presStyleCnt="0"/>
      <dgm:spPr/>
    </dgm:pt>
    <dgm:pt modelId="{21B24705-BFB0-4ED8-AD84-CE3406DF6EAE}" type="pres">
      <dgm:prSet presAssocID="{8EC90967-B019-44E6-8678-743B0539E93C}" presName="compNode" presStyleCnt="0"/>
      <dgm:spPr/>
    </dgm:pt>
    <dgm:pt modelId="{5867B85E-0741-42CF-82AA-B427E3ED5E95}" type="pres">
      <dgm:prSet presAssocID="{8EC90967-B019-44E6-8678-743B0539E93C}" presName="bgRect" presStyleLbl="bgShp" presStyleIdx="2" presStyleCnt="3"/>
      <dgm:spPr/>
    </dgm:pt>
    <dgm:pt modelId="{8B92ED7B-9B5C-4C65-B74C-DD6BC5763C17}" type="pres">
      <dgm:prSet presAssocID="{8EC90967-B019-44E6-8678-743B0539E93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otes"/>
        </a:ext>
      </dgm:extLst>
    </dgm:pt>
    <dgm:pt modelId="{A6E39594-02E4-4ABD-B462-E4D445BD0018}" type="pres">
      <dgm:prSet presAssocID="{8EC90967-B019-44E6-8678-743B0539E93C}" presName="spaceRect" presStyleCnt="0"/>
      <dgm:spPr/>
    </dgm:pt>
    <dgm:pt modelId="{E0BFB134-2666-400E-85A6-C396977AF33D}" type="pres">
      <dgm:prSet presAssocID="{8EC90967-B019-44E6-8678-743B0539E93C}" presName="parTx" presStyleLbl="revTx" presStyleIdx="2" presStyleCnt="3">
        <dgm:presLayoutVars>
          <dgm:chMax val="0"/>
          <dgm:chPref val="0"/>
        </dgm:presLayoutVars>
      </dgm:prSet>
      <dgm:spPr/>
    </dgm:pt>
  </dgm:ptLst>
  <dgm:cxnLst>
    <dgm:cxn modelId="{5F143D10-5445-47F0-A3AF-36C7440B6C5E}" type="presOf" srcId="{8EC90967-B019-44E6-8678-743B0539E93C}" destId="{E0BFB134-2666-400E-85A6-C396977AF33D}" srcOrd="0" destOrd="0" presId="urn:microsoft.com/office/officeart/2018/2/layout/IconVerticalSolidList"/>
    <dgm:cxn modelId="{3F0B6041-15EB-433D-88A3-885519850FCC}" srcId="{9D52CAE0-51C8-47C4-9B46-AEBC32558E4D}" destId="{6D49D621-F394-4097-BC16-B33B7D91490F}" srcOrd="0" destOrd="0" parTransId="{EB7A97B8-1A64-4C68-B7D5-D6514E002537}" sibTransId="{ABE916F0-86BE-417B-B31C-1A94817A0D04}"/>
    <dgm:cxn modelId="{A9C24B63-3E73-4A4E-83BA-61BD4262D8E4}" srcId="{9D52CAE0-51C8-47C4-9B46-AEBC32558E4D}" destId="{86652503-3F45-47EC-8141-C293F9F0169C}" srcOrd="1" destOrd="0" parTransId="{8B7D1657-4494-4FED-8746-EE9D1328D0F7}" sibTransId="{FAF5116E-962D-4983-8414-A946DBD70876}"/>
    <dgm:cxn modelId="{32A87490-9994-437B-B5DC-DB51EA6A2DCB}" srcId="{9D52CAE0-51C8-47C4-9B46-AEBC32558E4D}" destId="{8EC90967-B019-44E6-8678-743B0539E93C}" srcOrd="2" destOrd="0" parTransId="{8C9AB396-E5DC-44C7-8893-2388D440506E}" sibTransId="{DC702DAA-D2F0-4414-B49A-7F50A15B2CE1}"/>
    <dgm:cxn modelId="{D8863E95-EE6E-4A6A-B8EB-202C6F0B6924}" type="presOf" srcId="{86652503-3F45-47EC-8141-C293F9F0169C}" destId="{A64F04EF-D14B-49DB-B328-A7DFC9CFF197}" srcOrd="0" destOrd="0" presId="urn:microsoft.com/office/officeart/2018/2/layout/IconVerticalSolidList"/>
    <dgm:cxn modelId="{05DFA2A6-9BD0-43C4-9B49-176DF0E22420}" type="presOf" srcId="{6D49D621-F394-4097-BC16-B33B7D91490F}" destId="{E411DCEA-E2C8-460A-B4F0-173F171F18A3}" srcOrd="0" destOrd="0" presId="urn:microsoft.com/office/officeart/2018/2/layout/IconVerticalSolidList"/>
    <dgm:cxn modelId="{25CC07CD-79B1-420C-9792-4BD60F77D9EE}" type="presOf" srcId="{9D52CAE0-51C8-47C4-9B46-AEBC32558E4D}" destId="{08E1D00C-DF90-4EE1-835D-78FB31BB9C1A}" srcOrd="0" destOrd="0" presId="urn:microsoft.com/office/officeart/2018/2/layout/IconVerticalSolidList"/>
    <dgm:cxn modelId="{6F0115BE-6451-49A8-94EE-C2587DBFD820}" type="presParOf" srcId="{08E1D00C-DF90-4EE1-835D-78FB31BB9C1A}" destId="{4AE190DA-0CBB-4A5B-BF08-514277D8D6F9}" srcOrd="0" destOrd="0" presId="urn:microsoft.com/office/officeart/2018/2/layout/IconVerticalSolidList"/>
    <dgm:cxn modelId="{373F4401-3892-4415-A977-C815E81B6A6B}" type="presParOf" srcId="{4AE190DA-0CBB-4A5B-BF08-514277D8D6F9}" destId="{DD0275D1-B52A-4C54-8CA5-3402D1C16686}" srcOrd="0" destOrd="0" presId="urn:microsoft.com/office/officeart/2018/2/layout/IconVerticalSolidList"/>
    <dgm:cxn modelId="{4B1F5218-C329-47D6-8C6B-D6C262BC8194}" type="presParOf" srcId="{4AE190DA-0CBB-4A5B-BF08-514277D8D6F9}" destId="{2451DFBB-F66D-4D98-8681-407CEB3357C2}" srcOrd="1" destOrd="0" presId="urn:microsoft.com/office/officeart/2018/2/layout/IconVerticalSolidList"/>
    <dgm:cxn modelId="{D1BA88B5-F50E-4BC1-9300-1796901736D9}" type="presParOf" srcId="{4AE190DA-0CBB-4A5B-BF08-514277D8D6F9}" destId="{55C8935A-91C4-4C43-B60C-4F4466830B41}" srcOrd="2" destOrd="0" presId="urn:microsoft.com/office/officeart/2018/2/layout/IconVerticalSolidList"/>
    <dgm:cxn modelId="{92DFBC68-4D3F-45D6-B4D7-8234E90EA633}" type="presParOf" srcId="{4AE190DA-0CBB-4A5B-BF08-514277D8D6F9}" destId="{E411DCEA-E2C8-460A-B4F0-173F171F18A3}" srcOrd="3" destOrd="0" presId="urn:microsoft.com/office/officeart/2018/2/layout/IconVerticalSolidList"/>
    <dgm:cxn modelId="{A958C076-AF0B-4BBB-B04C-89BFDF86D953}" type="presParOf" srcId="{08E1D00C-DF90-4EE1-835D-78FB31BB9C1A}" destId="{AB0557BD-A6D2-475E-9BBD-4B5E8B2F43EB}" srcOrd="1" destOrd="0" presId="urn:microsoft.com/office/officeart/2018/2/layout/IconVerticalSolidList"/>
    <dgm:cxn modelId="{31171146-DE14-4A65-AC2B-5C579F4FF31C}" type="presParOf" srcId="{08E1D00C-DF90-4EE1-835D-78FB31BB9C1A}" destId="{7946A902-3CD3-4D11-850E-901409D6FBCB}" srcOrd="2" destOrd="0" presId="urn:microsoft.com/office/officeart/2018/2/layout/IconVerticalSolidList"/>
    <dgm:cxn modelId="{C0AD2CB0-8840-49E4-A80F-0C9D403BA12E}" type="presParOf" srcId="{7946A902-3CD3-4D11-850E-901409D6FBCB}" destId="{A1BFB452-C6F7-4338-AA66-C01C470646EE}" srcOrd="0" destOrd="0" presId="urn:microsoft.com/office/officeart/2018/2/layout/IconVerticalSolidList"/>
    <dgm:cxn modelId="{F22DF6E7-8FE4-479F-8E4E-63DA0D78289F}" type="presParOf" srcId="{7946A902-3CD3-4D11-850E-901409D6FBCB}" destId="{E341ED5D-7FA7-46F7-8D14-9E7C4859F9C2}" srcOrd="1" destOrd="0" presId="urn:microsoft.com/office/officeart/2018/2/layout/IconVerticalSolidList"/>
    <dgm:cxn modelId="{181C4C6B-3E3C-4A3A-85CA-9F87AF7D4CC7}" type="presParOf" srcId="{7946A902-3CD3-4D11-850E-901409D6FBCB}" destId="{B2D92B30-6E70-47BE-8EBB-25E5162006EE}" srcOrd="2" destOrd="0" presId="urn:microsoft.com/office/officeart/2018/2/layout/IconVerticalSolidList"/>
    <dgm:cxn modelId="{94B0B9A2-42BA-48BE-9629-DEC64808BDE6}" type="presParOf" srcId="{7946A902-3CD3-4D11-850E-901409D6FBCB}" destId="{A64F04EF-D14B-49DB-B328-A7DFC9CFF197}" srcOrd="3" destOrd="0" presId="urn:microsoft.com/office/officeart/2018/2/layout/IconVerticalSolidList"/>
    <dgm:cxn modelId="{BC2FAEF6-D1DF-4857-ACD2-714E6E00DF70}" type="presParOf" srcId="{08E1D00C-DF90-4EE1-835D-78FB31BB9C1A}" destId="{B01964CA-BC08-4F1A-BFA8-24098865D9EC}" srcOrd="3" destOrd="0" presId="urn:microsoft.com/office/officeart/2018/2/layout/IconVerticalSolidList"/>
    <dgm:cxn modelId="{39723BCE-952F-4080-9E0A-779DD440A983}" type="presParOf" srcId="{08E1D00C-DF90-4EE1-835D-78FB31BB9C1A}" destId="{21B24705-BFB0-4ED8-AD84-CE3406DF6EAE}" srcOrd="4" destOrd="0" presId="urn:microsoft.com/office/officeart/2018/2/layout/IconVerticalSolidList"/>
    <dgm:cxn modelId="{25D1B7F1-9F53-4937-8AE2-6665946D36BF}" type="presParOf" srcId="{21B24705-BFB0-4ED8-AD84-CE3406DF6EAE}" destId="{5867B85E-0741-42CF-82AA-B427E3ED5E95}" srcOrd="0" destOrd="0" presId="urn:microsoft.com/office/officeart/2018/2/layout/IconVerticalSolidList"/>
    <dgm:cxn modelId="{F003F2FD-EBCD-47D7-ACE9-7E0A738DD099}" type="presParOf" srcId="{21B24705-BFB0-4ED8-AD84-CE3406DF6EAE}" destId="{8B92ED7B-9B5C-4C65-B74C-DD6BC5763C17}" srcOrd="1" destOrd="0" presId="urn:microsoft.com/office/officeart/2018/2/layout/IconVerticalSolidList"/>
    <dgm:cxn modelId="{FEE48439-B05F-4127-B1FB-877BBB803A62}" type="presParOf" srcId="{21B24705-BFB0-4ED8-AD84-CE3406DF6EAE}" destId="{A6E39594-02E4-4ABD-B462-E4D445BD0018}" srcOrd="2" destOrd="0" presId="urn:microsoft.com/office/officeart/2018/2/layout/IconVerticalSolidList"/>
    <dgm:cxn modelId="{70FE10F3-7182-4E45-9C0A-EBBDC59B3C12}" type="presParOf" srcId="{21B24705-BFB0-4ED8-AD84-CE3406DF6EAE}" destId="{E0BFB134-2666-400E-85A6-C396977AF33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337AE30-F14E-40F8-9F6C-6D2D8166B758}"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3312FAEB-904C-4AB2-B9BB-FB9C8E88F8F0}">
      <dgm:prSet/>
      <dgm:spPr/>
      <dgm:t>
        <a:bodyPr/>
        <a:lstStyle/>
        <a:p>
          <a:r>
            <a:rPr lang="en-US" b="0" i="0"/>
            <a:t>The role of a key is based on the concept of </a:t>
          </a:r>
          <a:r>
            <a:rPr lang="en-US" b="1" i="0"/>
            <a:t>determination</a:t>
          </a:r>
          <a:r>
            <a:rPr lang="en-US" b="0" i="0"/>
            <a:t>. </a:t>
          </a:r>
          <a:endParaRPr lang="en-US"/>
        </a:p>
      </dgm:t>
    </dgm:pt>
    <dgm:pt modelId="{061906C2-F18E-48E7-B767-D13219E01E6C}" type="parTrans" cxnId="{0DCA7973-33C6-4E73-9982-B05B057D5AAD}">
      <dgm:prSet/>
      <dgm:spPr/>
      <dgm:t>
        <a:bodyPr/>
        <a:lstStyle/>
        <a:p>
          <a:endParaRPr lang="en-US"/>
        </a:p>
      </dgm:t>
    </dgm:pt>
    <dgm:pt modelId="{54B5AC37-2738-4BBE-A888-E65A7BCD5662}" type="sibTrans" cxnId="{0DCA7973-33C6-4E73-9982-B05B057D5AAD}">
      <dgm:prSet/>
      <dgm:spPr/>
      <dgm:t>
        <a:bodyPr/>
        <a:lstStyle/>
        <a:p>
          <a:endParaRPr lang="en-US"/>
        </a:p>
      </dgm:t>
    </dgm:pt>
    <dgm:pt modelId="{2EB0D116-16D4-46CA-995D-6111B86FF3EB}">
      <dgm:prSet/>
      <dgm:spPr/>
      <dgm:t>
        <a:bodyPr/>
        <a:lstStyle/>
        <a:p>
          <a:r>
            <a:rPr lang="en-US" b="0" i="0"/>
            <a:t>Determination is the state in which knowing the value of one attribute makes it possible to determine the value of another</a:t>
          </a:r>
          <a:endParaRPr lang="en-US"/>
        </a:p>
      </dgm:t>
    </dgm:pt>
    <dgm:pt modelId="{4D29E4CC-6B8C-4210-9FCF-FEBC2FAAE679}" type="parTrans" cxnId="{472675A9-1EE7-41E5-BFE9-3E17AEC15F1F}">
      <dgm:prSet/>
      <dgm:spPr/>
      <dgm:t>
        <a:bodyPr/>
        <a:lstStyle/>
        <a:p>
          <a:endParaRPr lang="en-US"/>
        </a:p>
      </dgm:t>
    </dgm:pt>
    <dgm:pt modelId="{32645762-4408-4425-86D0-DE78FEE39CB3}" type="sibTrans" cxnId="{472675A9-1EE7-41E5-BFE9-3E17AEC15F1F}">
      <dgm:prSet/>
      <dgm:spPr/>
      <dgm:t>
        <a:bodyPr/>
        <a:lstStyle/>
        <a:p>
          <a:endParaRPr lang="en-US"/>
        </a:p>
      </dgm:t>
    </dgm:pt>
    <dgm:pt modelId="{9171EE0D-7D06-49E2-85CA-60889B6A3461}" type="pres">
      <dgm:prSet presAssocID="{E337AE30-F14E-40F8-9F6C-6D2D8166B758}" presName="vert0" presStyleCnt="0">
        <dgm:presLayoutVars>
          <dgm:dir/>
          <dgm:animOne val="branch"/>
          <dgm:animLvl val="lvl"/>
        </dgm:presLayoutVars>
      </dgm:prSet>
      <dgm:spPr/>
    </dgm:pt>
    <dgm:pt modelId="{E51C1A26-2152-4957-B2C7-6FC820849A89}" type="pres">
      <dgm:prSet presAssocID="{3312FAEB-904C-4AB2-B9BB-FB9C8E88F8F0}" presName="thickLine" presStyleLbl="alignNode1" presStyleIdx="0" presStyleCnt="2"/>
      <dgm:spPr/>
    </dgm:pt>
    <dgm:pt modelId="{02F25924-46AA-497F-87D0-0563BC8AAD68}" type="pres">
      <dgm:prSet presAssocID="{3312FAEB-904C-4AB2-B9BB-FB9C8E88F8F0}" presName="horz1" presStyleCnt="0"/>
      <dgm:spPr/>
    </dgm:pt>
    <dgm:pt modelId="{C204BE35-F702-4E7F-A080-DEB92B9F2408}" type="pres">
      <dgm:prSet presAssocID="{3312FAEB-904C-4AB2-B9BB-FB9C8E88F8F0}" presName="tx1" presStyleLbl="revTx" presStyleIdx="0" presStyleCnt="2"/>
      <dgm:spPr/>
    </dgm:pt>
    <dgm:pt modelId="{B0E60B33-F0AF-4573-9A02-5FDBD272FC7E}" type="pres">
      <dgm:prSet presAssocID="{3312FAEB-904C-4AB2-B9BB-FB9C8E88F8F0}" presName="vert1" presStyleCnt="0"/>
      <dgm:spPr/>
    </dgm:pt>
    <dgm:pt modelId="{82D87473-8C53-40EC-A5EB-70997DC148E9}" type="pres">
      <dgm:prSet presAssocID="{2EB0D116-16D4-46CA-995D-6111B86FF3EB}" presName="thickLine" presStyleLbl="alignNode1" presStyleIdx="1" presStyleCnt="2"/>
      <dgm:spPr/>
    </dgm:pt>
    <dgm:pt modelId="{46049474-5CCA-421B-A485-15C99789E3B0}" type="pres">
      <dgm:prSet presAssocID="{2EB0D116-16D4-46CA-995D-6111B86FF3EB}" presName="horz1" presStyleCnt="0"/>
      <dgm:spPr/>
    </dgm:pt>
    <dgm:pt modelId="{292FABFA-ABA0-4427-9F44-30D3E93DAF70}" type="pres">
      <dgm:prSet presAssocID="{2EB0D116-16D4-46CA-995D-6111B86FF3EB}" presName="tx1" presStyleLbl="revTx" presStyleIdx="1" presStyleCnt="2"/>
      <dgm:spPr/>
    </dgm:pt>
    <dgm:pt modelId="{7D54B25A-853E-4AB5-9727-5C546513D6D7}" type="pres">
      <dgm:prSet presAssocID="{2EB0D116-16D4-46CA-995D-6111B86FF3EB}" presName="vert1" presStyleCnt="0"/>
      <dgm:spPr/>
    </dgm:pt>
  </dgm:ptLst>
  <dgm:cxnLst>
    <dgm:cxn modelId="{A7704D0C-3F2D-419B-9F9B-3545BFF30F70}" type="presOf" srcId="{2EB0D116-16D4-46CA-995D-6111B86FF3EB}" destId="{292FABFA-ABA0-4427-9F44-30D3E93DAF70}" srcOrd="0" destOrd="0" presId="urn:microsoft.com/office/officeart/2008/layout/LinedList"/>
    <dgm:cxn modelId="{0DCA7973-33C6-4E73-9982-B05B057D5AAD}" srcId="{E337AE30-F14E-40F8-9F6C-6D2D8166B758}" destId="{3312FAEB-904C-4AB2-B9BB-FB9C8E88F8F0}" srcOrd="0" destOrd="0" parTransId="{061906C2-F18E-48E7-B767-D13219E01E6C}" sibTransId="{54B5AC37-2738-4BBE-A888-E65A7BCD5662}"/>
    <dgm:cxn modelId="{ABE10888-1D43-4D2C-96A6-546CC55ACA54}" type="presOf" srcId="{3312FAEB-904C-4AB2-B9BB-FB9C8E88F8F0}" destId="{C204BE35-F702-4E7F-A080-DEB92B9F2408}" srcOrd="0" destOrd="0" presId="urn:microsoft.com/office/officeart/2008/layout/LinedList"/>
    <dgm:cxn modelId="{472675A9-1EE7-41E5-BFE9-3E17AEC15F1F}" srcId="{E337AE30-F14E-40F8-9F6C-6D2D8166B758}" destId="{2EB0D116-16D4-46CA-995D-6111B86FF3EB}" srcOrd="1" destOrd="0" parTransId="{4D29E4CC-6B8C-4210-9FCF-FEBC2FAAE679}" sibTransId="{32645762-4408-4425-86D0-DE78FEE39CB3}"/>
    <dgm:cxn modelId="{D32844F7-3A79-4233-BC32-83066CDB9D22}" type="presOf" srcId="{E337AE30-F14E-40F8-9F6C-6D2D8166B758}" destId="{9171EE0D-7D06-49E2-85CA-60889B6A3461}" srcOrd="0" destOrd="0" presId="urn:microsoft.com/office/officeart/2008/layout/LinedList"/>
    <dgm:cxn modelId="{CC979675-264B-4128-AABF-A236254A3C1D}" type="presParOf" srcId="{9171EE0D-7D06-49E2-85CA-60889B6A3461}" destId="{E51C1A26-2152-4957-B2C7-6FC820849A89}" srcOrd="0" destOrd="0" presId="urn:microsoft.com/office/officeart/2008/layout/LinedList"/>
    <dgm:cxn modelId="{FFFD6CB9-3BC7-447C-B213-B39F994ADEE4}" type="presParOf" srcId="{9171EE0D-7D06-49E2-85CA-60889B6A3461}" destId="{02F25924-46AA-497F-87D0-0563BC8AAD68}" srcOrd="1" destOrd="0" presId="urn:microsoft.com/office/officeart/2008/layout/LinedList"/>
    <dgm:cxn modelId="{35E61CD6-7691-4949-B0A3-2759FDED800C}" type="presParOf" srcId="{02F25924-46AA-497F-87D0-0563BC8AAD68}" destId="{C204BE35-F702-4E7F-A080-DEB92B9F2408}" srcOrd="0" destOrd="0" presId="urn:microsoft.com/office/officeart/2008/layout/LinedList"/>
    <dgm:cxn modelId="{44002AFE-CCE0-454B-8C96-0E223E6DB75C}" type="presParOf" srcId="{02F25924-46AA-497F-87D0-0563BC8AAD68}" destId="{B0E60B33-F0AF-4573-9A02-5FDBD272FC7E}" srcOrd="1" destOrd="0" presId="urn:microsoft.com/office/officeart/2008/layout/LinedList"/>
    <dgm:cxn modelId="{07E75C26-3D3B-4772-A46A-429C3C3BBF7A}" type="presParOf" srcId="{9171EE0D-7D06-49E2-85CA-60889B6A3461}" destId="{82D87473-8C53-40EC-A5EB-70997DC148E9}" srcOrd="2" destOrd="0" presId="urn:microsoft.com/office/officeart/2008/layout/LinedList"/>
    <dgm:cxn modelId="{96128B63-813D-4363-968E-1C291C7EF7E0}" type="presParOf" srcId="{9171EE0D-7D06-49E2-85CA-60889B6A3461}" destId="{46049474-5CCA-421B-A485-15C99789E3B0}" srcOrd="3" destOrd="0" presId="urn:microsoft.com/office/officeart/2008/layout/LinedList"/>
    <dgm:cxn modelId="{1D8B1BBC-DAE8-4972-A593-705AC61E1CAD}" type="presParOf" srcId="{46049474-5CCA-421B-A485-15C99789E3B0}" destId="{292FABFA-ABA0-4427-9F44-30D3E93DAF70}" srcOrd="0" destOrd="0" presId="urn:microsoft.com/office/officeart/2008/layout/LinedList"/>
    <dgm:cxn modelId="{BA8FB5FD-DB07-4946-BE8B-4502811D39FA}" type="presParOf" srcId="{46049474-5CCA-421B-A485-15C99789E3B0}" destId="{7D54B25A-853E-4AB5-9727-5C546513D6D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1670EB3-B0D1-4050-89E4-6164EE69604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1C20503-EA9D-407B-AA59-15FD1AD745D5}">
      <dgm:prSet/>
      <dgm:spPr/>
      <dgm:t>
        <a:bodyPr/>
        <a:lstStyle/>
        <a:p>
          <a:r>
            <a:rPr lang="en-US" b="0" i="0"/>
            <a:t>The </a:t>
          </a:r>
          <a:r>
            <a:rPr lang="en-US" b="1" i="0"/>
            <a:t>data dictionary </a:t>
          </a:r>
          <a:r>
            <a:rPr lang="en-US" b="0" i="0"/>
            <a:t>provides a detailed description of all tables in the database created by the user and designer. </a:t>
          </a:r>
          <a:endParaRPr lang="en-US"/>
        </a:p>
      </dgm:t>
    </dgm:pt>
    <dgm:pt modelId="{5EAB3631-7F90-4F27-9255-C95EC0F9B875}" type="parTrans" cxnId="{03B55C6D-34B6-468D-87F5-48DB76CE15E0}">
      <dgm:prSet/>
      <dgm:spPr/>
      <dgm:t>
        <a:bodyPr/>
        <a:lstStyle/>
        <a:p>
          <a:endParaRPr lang="en-US"/>
        </a:p>
      </dgm:t>
    </dgm:pt>
    <dgm:pt modelId="{B84B927F-A524-4B5C-A190-1650EEF2C387}" type="sibTrans" cxnId="{03B55C6D-34B6-468D-87F5-48DB76CE15E0}">
      <dgm:prSet/>
      <dgm:spPr/>
      <dgm:t>
        <a:bodyPr/>
        <a:lstStyle/>
        <a:p>
          <a:endParaRPr lang="en-US"/>
        </a:p>
      </dgm:t>
    </dgm:pt>
    <dgm:pt modelId="{0EB8AF18-0197-42AC-B6BD-A943C1EFEF77}">
      <dgm:prSet/>
      <dgm:spPr/>
      <dgm:t>
        <a:bodyPr/>
        <a:lstStyle/>
        <a:p>
          <a:r>
            <a:rPr lang="en-US" b="0" i="0"/>
            <a:t>Thus, the data dictionary contains at least all of the attribute names and characteristics for each table in the system. </a:t>
          </a:r>
          <a:endParaRPr lang="en-US"/>
        </a:p>
      </dgm:t>
    </dgm:pt>
    <dgm:pt modelId="{1C6A1BBE-BE45-4AA9-87FE-AAF6D039DE6E}" type="parTrans" cxnId="{6B089FC1-AFA3-4818-928C-F0DB1DA24517}">
      <dgm:prSet/>
      <dgm:spPr/>
      <dgm:t>
        <a:bodyPr/>
        <a:lstStyle/>
        <a:p>
          <a:endParaRPr lang="en-US"/>
        </a:p>
      </dgm:t>
    </dgm:pt>
    <dgm:pt modelId="{D09534F2-0022-47DD-8A48-2A245F66CFFE}" type="sibTrans" cxnId="{6B089FC1-AFA3-4818-928C-F0DB1DA24517}">
      <dgm:prSet/>
      <dgm:spPr/>
      <dgm:t>
        <a:bodyPr/>
        <a:lstStyle/>
        <a:p>
          <a:endParaRPr lang="en-US"/>
        </a:p>
      </dgm:t>
    </dgm:pt>
    <dgm:pt modelId="{2CBDCFF7-05AE-48C2-B8F8-417B6C1FBF7E}">
      <dgm:prSet/>
      <dgm:spPr/>
      <dgm:t>
        <a:bodyPr/>
        <a:lstStyle/>
        <a:p>
          <a:r>
            <a:rPr lang="en-US" b="0" i="0"/>
            <a:t>In short, the data dictionary contains metadata—data about data. </a:t>
          </a:r>
          <a:endParaRPr lang="en-US"/>
        </a:p>
      </dgm:t>
    </dgm:pt>
    <dgm:pt modelId="{86AE05B1-D5FE-4460-9C25-BFAD651A367D}" type="parTrans" cxnId="{F01B3D23-1C7D-4A81-B5BC-7B3A4B28D837}">
      <dgm:prSet/>
      <dgm:spPr/>
      <dgm:t>
        <a:bodyPr/>
        <a:lstStyle/>
        <a:p>
          <a:endParaRPr lang="en-US"/>
        </a:p>
      </dgm:t>
    </dgm:pt>
    <dgm:pt modelId="{E9F7B9CC-F11D-4FD9-86DD-6D1640021B58}" type="sibTrans" cxnId="{F01B3D23-1C7D-4A81-B5BC-7B3A4B28D837}">
      <dgm:prSet/>
      <dgm:spPr/>
      <dgm:t>
        <a:bodyPr/>
        <a:lstStyle/>
        <a:p>
          <a:endParaRPr lang="en-US"/>
        </a:p>
      </dgm:t>
    </dgm:pt>
    <dgm:pt modelId="{69F72C43-6364-43EF-B635-FF226D7DD879}" type="pres">
      <dgm:prSet presAssocID="{41670EB3-B0D1-4050-89E4-6164EE69604A}" presName="root" presStyleCnt="0">
        <dgm:presLayoutVars>
          <dgm:dir/>
          <dgm:resizeHandles val="exact"/>
        </dgm:presLayoutVars>
      </dgm:prSet>
      <dgm:spPr/>
    </dgm:pt>
    <dgm:pt modelId="{EF582D11-491D-4EBD-A776-6C71F96A059A}" type="pres">
      <dgm:prSet presAssocID="{D1C20503-EA9D-407B-AA59-15FD1AD745D5}" presName="compNode" presStyleCnt="0"/>
      <dgm:spPr/>
    </dgm:pt>
    <dgm:pt modelId="{0381112D-1425-4A5A-8A3E-EE61DD2415BD}" type="pres">
      <dgm:prSet presAssocID="{D1C20503-EA9D-407B-AA59-15FD1AD745D5}" presName="bgRect" presStyleLbl="bgShp" presStyleIdx="0" presStyleCnt="3"/>
      <dgm:spPr/>
    </dgm:pt>
    <dgm:pt modelId="{60D5654F-605C-471A-A6CE-8DC38F0FEE1F}" type="pres">
      <dgm:prSet presAssocID="{D1C20503-EA9D-407B-AA59-15FD1AD745D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33266826-1916-4D05-99D4-F2C055D63873}" type="pres">
      <dgm:prSet presAssocID="{D1C20503-EA9D-407B-AA59-15FD1AD745D5}" presName="spaceRect" presStyleCnt="0"/>
      <dgm:spPr/>
    </dgm:pt>
    <dgm:pt modelId="{ACD54F28-7DE0-488B-B838-FAC035904A40}" type="pres">
      <dgm:prSet presAssocID="{D1C20503-EA9D-407B-AA59-15FD1AD745D5}" presName="parTx" presStyleLbl="revTx" presStyleIdx="0" presStyleCnt="3">
        <dgm:presLayoutVars>
          <dgm:chMax val="0"/>
          <dgm:chPref val="0"/>
        </dgm:presLayoutVars>
      </dgm:prSet>
      <dgm:spPr/>
    </dgm:pt>
    <dgm:pt modelId="{3639F760-4AD5-4479-922C-D8F66EB438B4}" type="pres">
      <dgm:prSet presAssocID="{B84B927F-A524-4B5C-A190-1650EEF2C387}" presName="sibTrans" presStyleCnt="0"/>
      <dgm:spPr/>
    </dgm:pt>
    <dgm:pt modelId="{209067C3-8E36-41B5-B995-7A87EAA4D172}" type="pres">
      <dgm:prSet presAssocID="{0EB8AF18-0197-42AC-B6BD-A943C1EFEF77}" presName="compNode" presStyleCnt="0"/>
      <dgm:spPr/>
    </dgm:pt>
    <dgm:pt modelId="{1D334868-56FA-4A07-8CB2-9B015E3D28C3}" type="pres">
      <dgm:prSet presAssocID="{0EB8AF18-0197-42AC-B6BD-A943C1EFEF77}" presName="bgRect" presStyleLbl="bgShp" presStyleIdx="1" presStyleCnt="3"/>
      <dgm:spPr/>
    </dgm:pt>
    <dgm:pt modelId="{D3CCEC0E-256A-4823-84C3-0BFB598AD106}" type="pres">
      <dgm:prSet presAssocID="{0EB8AF18-0197-42AC-B6BD-A943C1EFEF7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E6778702-8C11-4F08-95F6-974D9D8D23C1}" type="pres">
      <dgm:prSet presAssocID="{0EB8AF18-0197-42AC-B6BD-A943C1EFEF77}" presName="spaceRect" presStyleCnt="0"/>
      <dgm:spPr/>
    </dgm:pt>
    <dgm:pt modelId="{2730D775-7F24-47C2-848A-1057450E8439}" type="pres">
      <dgm:prSet presAssocID="{0EB8AF18-0197-42AC-B6BD-A943C1EFEF77}" presName="parTx" presStyleLbl="revTx" presStyleIdx="1" presStyleCnt="3">
        <dgm:presLayoutVars>
          <dgm:chMax val="0"/>
          <dgm:chPref val="0"/>
        </dgm:presLayoutVars>
      </dgm:prSet>
      <dgm:spPr/>
    </dgm:pt>
    <dgm:pt modelId="{3104E57C-9A8E-4130-B514-697A0D8F76EF}" type="pres">
      <dgm:prSet presAssocID="{D09534F2-0022-47DD-8A48-2A245F66CFFE}" presName="sibTrans" presStyleCnt="0"/>
      <dgm:spPr/>
    </dgm:pt>
    <dgm:pt modelId="{A717A303-24B5-4578-AA3D-81B89697B18E}" type="pres">
      <dgm:prSet presAssocID="{2CBDCFF7-05AE-48C2-B8F8-417B6C1FBF7E}" presName="compNode" presStyleCnt="0"/>
      <dgm:spPr/>
    </dgm:pt>
    <dgm:pt modelId="{0CB4F722-B916-435E-B610-9B4ADE994778}" type="pres">
      <dgm:prSet presAssocID="{2CBDCFF7-05AE-48C2-B8F8-417B6C1FBF7E}" presName="bgRect" presStyleLbl="bgShp" presStyleIdx="2" presStyleCnt="3"/>
      <dgm:spPr/>
    </dgm:pt>
    <dgm:pt modelId="{C05F7EC2-0BD4-4EA6-8200-71E6BF61C741}" type="pres">
      <dgm:prSet presAssocID="{2CBDCFF7-05AE-48C2-B8F8-417B6C1FBF7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 Folder"/>
        </a:ext>
      </dgm:extLst>
    </dgm:pt>
    <dgm:pt modelId="{89FA9C76-EFF0-4C8C-A35A-8F570EF4A581}" type="pres">
      <dgm:prSet presAssocID="{2CBDCFF7-05AE-48C2-B8F8-417B6C1FBF7E}" presName="spaceRect" presStyleCnt="0"/>
      <dgm:spPr/>
    </dgm:pt>
    <dgm:pt modelId="{F99112D7-8863-4CA6-9BCB-898AFEA52D84}" type="pres">
      <dgm:prSet presAssocID="{2CBDCFF7-05AE-48C2-B8F8-417B6C1FBF7E}" presName="parTx" presStyleLbl="revTx" presStyleIdx="2" presStyleCnt="3">
        <dgm:presLayoutVars>
          <dgm:chMax val="0"/>
          <dgm:chPref val="0"/>
        </dgm:presLayoutVars>
      </dgm:prSet>
      <dgm:spPr/>
    </dgm:pt>
  </dgm:ptLst>
  <dgm:cxnLst>
    <dgm:cxn modelId="{F01B3D23-1C7D-4A81-B5BC-7B3A4B28D837}" srcId="{41670EB3-B0D1-4050-89E4-6164EE69604A}" destId="{2CBDCFF7-05AE-48C2-B8F8-417B6C1FBF7E}" srcOrd="2" destOrd="0" parTransId="{86AE05B1-D5FE-4460-9C25-BFAD651A367D}" sibTransId="{E9F7B9CC-F11D-4FD9-86DD-6D1640021B58}"/>
    <dgm:cxn modelId="{03B55C6D-34B6-468D-87F5-48DB76CE15E0}" srcId="{41670EB3-B0D1-4050-89E4-6164EE69604A}" destId="{D1C20503-EA9D-407B-AA59-15FD1AD745D5}" srcOrd="0" destOrd="0" parTransId="{5EAB3631-7F90-4F27-9255-C95EC0F9B875}" sibTransId="{B84B927F-A524-4B5C-A190-1650EEF2C387}"/>
    <dgm:cxn modelId="{21B2D28A-BF31-41E0-864C-DE7948E26617}" type="presOf" srcId="{0EB8AF18-0197-42AC-B6BD-A943C1EFEF77}" destId="{2730D775-7F24-47C2-848A-1057450E8439}" srcOrd="0" destOrd="0" presId="urn:microsoft.com/office/officeart/2018/2/layout/IconVerticalSolidList"/>
    <dgm:cxn modelId="{F5A86BA1-ABDA-4924-B57C-366DB466046D}" type="presOf" srcId="{D1C20503-EA9D-407B-AA59-15FD1AD745D5}" destId="{ACD54F28-7DE0-488B-B838-FAC035904A40}" srcOrd="0" destOrd="0" presId="urn:microsoft.com/office/officeart/2018/2/layout/IconVerticalSolidList"/>
    <dgm:cxn modelId="{09AD1CB8-40D3-441E-B4DF-A270E2415D9E}" type="presOf" srcId="{2CBDCFF7-05AE-48C2-B8F8-417B6C1FBF7E}" destId="{F99112D7-8863-4CA6-9BCB-898AFEA52D84}" srcOrd="0" destOrd="0" presId="urn:microsoft.com/office/officeart/2018/2/layout/IconVerticalSolidList"/>
    <dgm:cxn modelId="{6B089FC1-AFA3-4818-928C-F0DB1DA24517}" srcId="{41670EB3-B0D1-4050-89E4-6164EE69604A}" destId="{0EB8AF18-0197-42AC-B6BD-A943C1EFEF77}" srcOrd="1" destOrd="0" parTransId="{1C6A1BBE-BE45-4AA9-87FE-AAF6D039DE6E}" sibTransId="{D09534F2-0022-47DD-8A48-2A245F66CFFE}"/>
    <dgm:cxn modelId="{CF7068F3-B2EE-4653-B7F5-863150D4DDFB}" type="presOf" srcId="{41670EB3-B0D1-4050-89E4-6164EE69604A}" destId="{69F72C43-6364-43EF-B635-FF226D7DD879}" srcOrd="0" destOrd="0" presId="urn:microsoft.com/office/officeart/2018/2/layout/IconVerticalSolidList"/>
    <dgm:cxn modelId="{F7A61B2A-6E2A-4BB3-B14A-D169A18DCD94}" type="presParOf" srcId="{69F72C43-6364-43EF-B635-FF226D7DD879}" destId="{EF582D11-491D-4EBD-A776-6C71F96A059A}" srcOrd="0" destOrd="0" presId="urn:microsoft.com/office/officeart/2018/2/layout/IconVerticalSolidList"/>
    <dgm:cxn modelId="{664C7EA2-4F6B-4285-8AF0-1A2313F69608}" type="presParOf" srcId="{EF582D11-491D-4EBD-A776-6C71F96A059A}" destId="{0381112D-1425-4A5A-8A3E-EE61DD2415BD}" srcOrd="0" destOrd="0" presId="urn:microsoft.com/office/officeart/2018/2/layout/IconVerticalSolidList"/>
    <dgm:cxn modelId="{FA9FCA20-910F-472C-B591-09E5B64576AA}" type="presParOf" srcId="{EF582D11-491D-4EBD-A776-6C71F96A059A}" destId="{60D5654F-605C-471A-A6CE-8DC38F0FEE1F}" srcOrd="1" destOrd="0" presId="urn:microsoft.com/office/officeart/2018/2/layout/IconVerticalSolidList"/>
    <dgm:cxn modelId="{3E1B1062-EA74-4C80-8F8B-7C77FE9B100A}" type="presParOf" srcId="{EF582D11-491D-4EBD-A776-6C71F96A059A}" destId="{33266826-1916-4D05-99D4-F2C055D63873}" srcOrd="2" destOrd="0" presId="urn:microsoft.com/office/officeart/2018/2/layout/IconVerticalSolidList"/>
    <dgm:cxn modelId="{954702BB-DFA6-4E73-B260-51AC7B14967E}" type="presParOf" srcId="{EF582D11-491D-4EBD-A776-6C71F96A059A}" destId="{ACD54F28-7DE0-488B-B838-FAC035904A40}" srcOrd="3" destOrd="0" presId="urn:microsoft.com/office/officeart/2018/2/layout/IconVerticalSolidList"/>
    <dgm:cxn modelId="{7B05F435-9FC6-4309-8A15-BF05A5967E69}" type="presParOf" srcId="{69F72C43-6364-43EF-B635-FF226D7DD879}" destId="{3639F760-4AD5-4479-922C-D8F66EB438B4}" srcOrd="1" destOrd="0" presId="urn:microsoft.com/office/officeart/2018/2/layout/IconVerticalSolidList"/>
    <dgm:cxn modelId="{994C3ED1-1337-4495-A043-5729444A0F7C}" type="presParOf" srcId="{69F72C43-6364-43EF-B635-FF226D7DD879}" destId="{209067C3-8E36-41B5-B995-7A87EAA4D172}" srcOrd="2" destOrd="0" presId="urn:microsoft.com/office/officeart/2018/2/layout/IconVerticalSolidList"/>
    <dgm:cxn modelId="{42148B20-549A-4C78-99FE-850060AA6E0C}" type="presParOf" srcId="{209067C3-8E36-41B5-B995-7A87EAA4D172}" destId="{1D334868-56FA-4A07-8CB2-9B015E3D28C3}" srcOrd="0" destOrd="0" presId="urn:microsoft.com/office/officeart/2018/2/layout/IconVerticalSolidList"/>
    <dgm:cxn modelId="{4285EEA2-5AC6-40AA-BC5C-127A0982A9CB}" type="presParOf" srcId="{209067C3-8E36-41B5-B995-7A87EAA4D172}" destId="{D3CCEC0E-256A-4823-84C3-0BFB598AD106}" srcOrd="1" destOrd="0" presId="urn:microsoft.com/office/officeart/2018/2/layout/IconVerticalSolidList"/>
    <dgm:cxn modelId="{CADB8831-833A-4B4D-B62F-591DC6158DD4}" type="presParOf" srcId="{209067C3-8E36-41B5-B995-7A87EAA4D172}" destId="{E6778702-8C11-4F08-95F6-974D9D8D23C1}" srcOrd="2" destOrd="0" presId="urn:microsoft.com/office/officeart/2018/2/layout/IconVerticalSolidList"/>
    <dgm:cxn modelId="{0CA3B2FC-41ED-4AC8-9FE2-B2788562DDBC}" type="presParOf" srcId="{209067C3-8E36-41B5-B995-7A87EAA4D172}" destId="{2730D775-7F24-47C2-848A-1057450E8439}" srcOrd="3" destOrd="0" presId="urn:microsoft.com/office/officeart/2018/2/layout/IconVerticalSolidList"/>
    <dgm:cxn modelId="{CD16EDFF-21F4-4A9D-B37E-131219EB0C83}" type="presParOf" srcId="{69F72C43-6364-43EF-B635-FF226D7DD879}" destId="{3104E57C-9A8E-4130-B514-697A0D8F76EF}" srcOrd="3" destOrd="0" presId="urn:microsoft.com/office/officeart/2018/2/layout/IconVerticalSolidList"/>
    <dgm:cxn modelId="{A0BE8CBA-807C-4885-842E-08DB4AB2820E}" type="presParOf" srcId="{69F72C43-6364-43EF-B635-FF226D7DD879}" destId="{A717A303-24B5-4578-AA3D-81B89697B18E}" srcOrd="4" destOrd="0" presId="urn:microsoft.com/office/officeart/2018/2/layout/IconVerticalSolidList"/>
    <dgm:cxn modelId="{B218236A-25E2-429B-B039-19D9F2D5A2A9}" type="presParOf" srcId="{A717A303-24B5-4578-AA3D-81B89697B18E}" destId="{0CB4F722-B916-435E-B610-9B4ADE994778}" srcOrd="0" destOrd="0" presId="urn:microsoft.com/office/officeart/2018/2/layout/IconVerticalSolidList"/>
    <dgm:cxn modelId="{9A5DEC32-0423-40AF-8A3A-9F62A2A7760E}" type="presParOf" srcId="{A717A303-24B5-4578-AA3D-81B89697B18E}" destId="{C05F7EC2-0BD4-4EA6-8200-71E6BF61C741}" srcOrd="1" destOrd="0" presId="urn:microsoft.com/office/officeart/2018/2/layout/IconVerticalSolidList"/>
    <dgm:cxn modelId="{3EAD02B6-40B1-4904-BE72-2FEFF037A73E}" type="presParOf" srcId="{A717A303-24B5-4578-AA3D-81B89697B18E}" destId="{89FA9C76-EFF0-4C8C-A35A-8F570EF4A581}" srcOrd="2" destOrd="0" presId="urn:microsoft.com/office/officeart/2018/2/layout/IconVerticalSolidList"/>
    <dgm:cxn modelId="{242A1C80-C640-4730-BA47-A4B2B03642FE}" type="presParOf" srcId="{A717A303-24B5-4578-AA3D-81B89697B18E}" destId="{F99112D7-8863-4CA6-9BCB-898AFEA52D8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E0F143-44E0-4B29-86A0-24ED78B40338}">
      <dsp:nvSpPr>
        <dsp:cNvPr id="0" name=""/>
        <dsp:cNvSpPr/>
      </dsp:nvSpPr>
      <dsp:spPr>
        <a:xfrm>
          <a:off x="0" y="0"/>
          <a:ext cx="637381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9B3050-B313-485C-BF52-BD2522B93BB5}">
      <dsp:nvSpPr>
        <dsp:cNvPr id="0" name=""/>
        <dsp:cNvSpPr/>
      </dsp:nvSpPr>
      <dsp:spPr>
        <a:xfrm>
          <a:off x="0" y="0"/>
          <a:ext cx="6373813" cy="2879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a:t>designers, programmers, and end users see data in diﬀerent ways</a:t>
          </a:r>
          <a:endParaRPr lang="en-US" sz="3600" kern="1200"/>
        </a:p>
      </dsp:txBody>
      <dsp:txXfrm>
        <a:off x="0" y="0"/>
        <a:ext cx="6373813" cy="2879724"/>
      </dsp:txXfrm>
    </dsp:sp>
    <dsp:sp modelId="{162BEDC4-8FAF-4762-88E4-A0C6379B5005}">
      <dsp:nvSpPr>
        <dsp:cNvPr id="0" name=""/>
        <dsp:cNvSpPr/>
      </dsp:nvSpPr>
      <dsp:spPr>
        <a:xfrm>
          <a:off x="0" y="2879724"/>
          <a:ext cx="637381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5BDE8F-C17F-4820-B02A-A25D087F2367}">
      <dsp:nvSpPr>
        <dsp:cNvPr id="0" name=""/>
        <dsp:cNvSpPr/>
      </dsp:nvSpPr>
      <dsp:spPr>
        <a:xfrm>
          <a:off x="0" y="2879724"/>
          <a:ext cx="6373813" cy="2879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a:t>diﬀerent views of the same data can lead to database designs that do not reﬂect an organization’s actual operation</a:t>
          </a:r>
          <a:endParaRPr lang="en-US" sz="3600" kern="1200"/>
        </a:p>
      </dsp:txBody>
      <dsp:txXfrm>
        <a:off x="0" y="2879724"/>
        <a:ext cx="6373813" cy="28797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EEC9A2-C9BC-4AB7-838C-2F167F0B6AEA}">
      <dsp:nvSpPr>
        <dsp:cNvPr id="0" name=""/>
        <dsp:cNvSpPr/>
      </dsp:nvSpPr>
      <dsp:spPr>
        <a:xfrm>
          <a:off x="0" y="703"/>
          <a:ext cx="6373813" cy="164515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A4A7D2-28E0-4339-868F-675D8C6EDD8B}">
      <dsp:nvSpPr>
        <dsp:cNvPr id="0" name=""/>
        <dsp:cNvSpPr/>
      </dsp:nvSpPr>
      <dsp:spPr>
        <a:xfrm>
          <a:off x="497659" y="370863"/>
          <a:ext cx="904835" cy="904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15631E-988C-4C02-B0AE-31CB311847B9}">
      <dsp:nvSpPr>
        <dsp:cNvPr id="0" name=""/>
        <dsp:cNvSpPr/>
      </dsp:nvSpPr>
      <dsp:spPr>
        <a:xfrm>
          <a:off x="1900154" y="703"/>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755650">
            <a:lnSpc>
              <a:spcPct val="90000"/>
            </a:lnSpc>
            <a:spcBef>
              <a:spcPct val="0"/>
            </a:spcBef>
            <a:spcAft>
              <a:spcPct val="35000"/>
            </a:spcAft>
            <a:buNone/>
          </a:pPr>
          <a:r>
            <a:rPr lang="en-US" sz="1700" b="0" i="0" kern="1200"/>
            <a:t>database designers must obtain a precise description of the data’s nature and many uses within the organization</a:t>
          </a:r>
          <a:endParaRPr lang="en-US" sz="1700" kern="1200"/>
        </a:p>
      </dsp:txBody>
      <dsp:txXfrm>
        <a:off x="1900154" y="703"/>
        <a:ext cx="4473659" cy="1645155"/>
      </dsp:txXfrm>
    </dsp:sp>
    <dsp:sp modelId="{A8F79A9E-A746-4EC9-A47B-4B8CB7C3D1B2}">
      <dsp:nvSpPr>
        <dsp:cNvPr id="0" name=""/>
        <dsp:cNvSpPr/>
      </dsp:nvSpPr>
      <dsp:spPr>
        <a:xfrm>
          <a:off x="0" y="2057147"/>
          <a:ext cx="6373813" cy="164515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46BF80-5485-48A2-B37D-DE35DC6564B4}">
      <dsp:nvSpPr>
        <dsp:cNvPr id="0" name=""/>
        <dsp:cNvSpPr/>
      </dsp:nvSpPr>
      <dsp:spPr>
        <a:xfrm>
          <a:off x="497659" y="2427307"/>
          <a:ext cx="904835" cy="904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F9A675-1405-4F0C-A340-6A7DB3024355}">
      <dsp:nvSpPr>
        <dsp:cNvPr id="0" name=""/>
        <dsp:cNvSpPr/>
      </dsp:nvSpPr>
      <dsp:spPr>
        <a:xfrm>
          <a:off x="1900154" y="2057147"/>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755650">
            <a:lnSpc>
              <a:spcPct val="90000"/>
            </a:lnSpc>
            <a:spcBef>
              <a:spcPct val="0"/>
            </a:spcBef>
            <a:spcAft>
              <a:spcPct val="35000"/>
            </a:spcAft>
            <a:buNone/>
          </a:pPr>
          <a:r>
            <a:rPr lang="en-US" sz="1700" b="0" i="0" kern="1200"/>
            <a:t>Communication among database designers, programmers, and end users should be frequent and clear</a:t>
          </a:r>
          <a:endParaRPr lang="en-US" sz="1700" kern="1200"/>
        </a:p>
      </dsp:txBody>
      <dsp:txXfrm>
        <a:off x="1900154" y="2057147"/>
        <a:ext cx="4473659" cy="1645155"/>
      </dsp:txXfrm>
    </dsp:sp>
    <dsp:sp modelId="{57836861-CDA1-4906-A0BC-FE73A579F132}">
      <dsp:nvSpPr>
        <dsp:cNvPr id="0" name=""/>
        <dsp:cNvSpPr/>
      </dsp:nvSpPr>
      <dsp:spPr>
        <a:xfrm>
          <a:off x="0" y="4113591"/>
          <a:ext cx="6373813" cy="164515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B1D6BF-BCCF-4C28-A57B-9726000EBB33}">
      <dsp:nvSpPr>
        <dsp:cNvPr id="0" name=""/>
        <dsp:cNvSpPr/>
      </dsp:nvSpPr>
      <dsp:spPr>
        <a:xfrm>
          <a:off x="497659" y="4483751"/>
          <a:ext cx="904835" cy="904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565C2C-17EA-463A-9FDB-50FF8AAAA440}">
      <dsp:nvSpPr>
        <dsp:cNvPr id="0" name=""/>
        <dsp:cNvSpPr/>
      </dsp:nvSpPr>
      <dsp:spPr>
        <a:xfrm>
          <a:off x="1900154" y="4113591"/>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755650">
            <a:lnSpc>
              <a:spcPct val="90000"/>
            </a:lnSpc>
            <a:spcBef>
              <a:spcPct val="0"/>
            </a:spcBef>
            <a:spcAft>
              <a:spcPct val="35000"/>
            </a:spcAft>
            <a:buNone/>
          </a:pPr>
          <a:r>
            <a:rPr lang="en-US" sz="1700" b="0" i="0" kern="1200"/>
            <a:t>Data modeling clarifies such communication by reducing the complexities of database design to more easily understood abstractions that define entities, relations, and data transformations</a:t>
          </a:r>
          <a:endParaRPr lang="en-US" sz="1700" kern="1200"/>
        </a:p>
      </dsp:txBody>
      <dsp:txXfrm>
        <a:off x="1900154" y="4113591"/>
        <a:ext cx="4473659" cy="16451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4AA551-AEFD-4881-8CEF-6F5C4F505248}">
      <dsp:nvSpPr>
        <dsp:cNvPr id="0" name=""/>
        <dsp:cNvSpPr/>
      </dsp:nvSpPr>
      <dsp:spPr>
        <a:xfrm>
          <a:off x="0" y="935910"/>
          <a:ext cx="6373813" cy="17278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36AE5E-C232-4647-9717-6764F24F8A42}">
      <dsp:nvSpPr>
        <dsp:cNvPr id="0" name=""/>
        <dsp:cNvSpPr/>
      </dsp:nvSpPr>
      <dsp:spPr>
        <a:xfrm>
          <a:off x="522670" y="1324673"/>
          <a:ext cx="950309" cy="9503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0C63C8-72E8-4789-99AA-F1151B99416B}">
      <dsp:nvSpPr>
        <dsp:cNvPr id="0" name=""/>
        <dsp:cNvSpPr/>
      </dsp:nvSpPr>
      <dsp:spPr>
        <a:xfrm>
          <a:off x="1995649" y="935910"/>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1022350">
            <a:lnSpc>
              <a:spcPct val="90000"/>
            </a:lnSpc>
            <a:spcBef>
              <a:spcPct val="0"/>
            </a:spcBef>
            <a:spcAft>
              <a:spcPct val="35000"/>
            </a:spcAft>
            <a:buNone/>
          </a:pPr>
          <a:r>
            <a:rPr lang="en-US" sz="2300" b="1" i="0" kern="1200"/>
            <a:t>Data modeling</a:t>
          </a:r>
          <a:r>
            <a:rPr lang="en-US" sz="2300" b="0" i="0" kern="1200"/>
            <a:t> - refers to the process of creating a specific data model for a determined problem domain. </a:t>
          </a:r>
          <a:endParaRPr lang="en-US" sz="2300" kern="1200"/>
        </a:p>
      </dsp:txBody>
      <dsp:txXfrm>
        <a:off x="1995649" y="935910"/>
        <a:ext cx="4378164" cy="1727835"/>
      </dsp:txXfrm>
    </dsp:sp>
    <dsp:sp modelId="{2AEF1EC2-FCB6-4BFA-BA41-3B3546B25C8A}">
      <dsp:nvSpPr>
        <dsp:cNvPr id="0" name=""/>
        <dsp:cNvSpPr/>
      </dsp:nvSpPr>
      <dsp:spPr>
        <a:xfrm>
          <a:off x="0" y="3095704"/>
          <a:ext cx="6373813" cy="17278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01DBD0-2FD3-4173-8C48-D457696783C4}">
      <dsp:nvSpPr>
        <dsp:cNvPr id="0" name=""/>
        <dsp:cNvSpPr/>
      </dsp:nvSpPr>
      <dsp:spPr>
        <a:xfrm>
          <a:off x="522670" y="3484467"/>
          <a:ext cx="950309" cy="9503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7CBF43-D1B1-4AC4-8993-7811BB292878}">
      <dsp:nvSpPr>
        <dsp:cNvPr id="0" name=""/>
        <dsp:cNvSpPr/>
      </dsp:nvSpPr>
      <dsp:spPr>
        <a:xfrm>
          <a:off x="1995649" y="3095704"/>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1022350">
            <a:lnSpc>
              <a:spcPct val="90000"/>
            </a:lnSpc>
            <a:spcBef>
              <a:spcPct val="0"/>
            </a:spcBef>
            <a:spcAft>
              <a:spcPct val="35000"/>
            </a:spcAft>
            <a:buNone/>
          </a:pPr>
          <a:r>
            <a:rPr lang="en-US" sz="2300" b="1" i="0" kern="1200"/>
            <a:t>Data model</a:t>
          </a:r>
          <a:r>
            <a:rPr lang="en-US" sz="2300" b="0" i="0" kern="1200"/>
            <a:t> - is a relatively simple representation, usually graphical, of more complex real-world data structures.</a:t>
          </a:r>
          <a:endParaRPr lang="en-US" sz="2300" kern="1200"/>
        </a:p>
      </dsp:txBody>
      <dsp:txXfrm>
        <a:off x="1995649" y="3095704"/>
        <a:ext cx="4378164" cy="17278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833B56-07B4-4FC6-A13F-38C226BC31C6}">
      <dsp:nvSpPr>
        <dsp:cNvPr id="0" name=""/>
        <dsp:cNvSpPr/>
      </dsp:nvSpPr>
      <dsp:spPr>
        <a:xfrm>
          <a:off x="0" y="0"/>
          <a:ext cx="637381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4E8207-C9EA-4311-92D2-B16B23A0AB3A}">
      <dsp:nvSpPr>
        <dsp:cNvPr id="0" name=""/>
        <dsp:cNvSpPr/>
      </dsp:nvSpPr>
      <dsp:spPr>
        <a:xfrm>
          <a:off x="0" y="0"/>
          <a:ext cx="6373813" cy="2879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a:t>A problem domain is a clearly defined area within the real-world environment, with a well-defined scope and boundaries that will be systematically addressed</a:t>
          </a:r>
          <a:endParaRPr lang="en-US" sz="3200" kern="1200"/>
        </a:p>
      </dsp:txBody>
      <dsp:txXfrm>
        <a:off x="0" y="0"/>
        <a:ext cx="6373813" cy="2879724"/>
      </dsp:txXfrm>
    </dsp:sp>
    <dsp:sp modelId="{A14F6E97-B0EC-474C-958A-96D68CEB96F2}">
      <dsp:nvSpPr>
        <dsp:cNvPr id="0" name=""/>
        <dsp:cNvSpPr/>
      </dsp:nvSpPr>
      <dsp:spPr>
        <a:xfrm>
          <a:off x="0" y="2879724"/>
          <a:ext cx="6373813" cy="0"/>
        </a:xfrm>
        <a:prstGeom prst="line">
          <a:avLst/>
        </a:prstGeom>
        <a:solidFill>
          <a:schemeClr val="accent2">
            <a:hueOff val="2984550"/>
            <a:satOff val="-264"/>
            <a:lumOff val="785"/>
            <a:alphaOff val="0"/>
          </a:schemeClr>
        </a:solidFill>
        <a:ln w="12700" cap="flat" cmpd="sng" algn="ctr">
          <a:solidFill>
            <a:schemeClr val="accent2">
              <a:hueOff val="2984550"/>
              <a:satOff val="-264"/>
              <a:lumOff val="7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E5BC67-4680-47AD-ABAA-2DDA5D13B92D}">
      <dsp:nvSpPr>
        <dsp:cNvPr id="0" name=""/>
        <dsp:cNvSpPr/>
      </dsp:nvSpPr>
      <dsp:spPr>
        <a:xfrm>
          <a:off x="0" y="2879724"/>
          <a:ext cx="6373813" cy="2879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0" i="0" kern="1200"/>
            <a:t>a </a:t>
          </a:r>
          <a:r>
            <a:rPr lang="en-US" sz="3200" b="1" i="0" kern="1200"/>
            <a:t>model </a:t>
          </a:r>
          <a:r>
            <a:rPr lang="en-US" sz="3200" b="0" i="0" kern="1200"/>
            <a:t>is an abstraction of a more complex real-world object or event. A model’s main function is to help you understand the complexities of the real-world environment.</a:t>
          </a:r>
          <a:endParaRPr lang="en-US" sz="3200" kern="1200"/>
        </a:p>
      </dsp:txBody>
      <dsp:txXfrm>
        <a:off x="0" y="2879724"/>
        <a:ext cx="6373813" cy="28797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FA80AE-8964-4FC6-91BA-A919BB1EAEA6}">
      <dsp:nvSpPr>
        <dsp:cNvPr id="0" name=""/>
        <dsp:cNvSpPr/>
      </dsp:nvSpPr>
      <dsp:spPr>
        <a:xfrm>
          <a:off x="0" y="935910"/>
          <a:ext cx="6373813" cy="17278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395A10-D6D9-495C-AB4C-874B69620D89}">
      <dsp:nvSpPr>
        <dsp:cNvPr id="0" name=""/>
        <dsp:cNvSpPr/>
      </dsp:nvSpPr>
      <dsp:spPr>
        <a:xfrm>
          <a:off x="522670" y="1324673"/>
          <a:ext cx="950309" cy="9503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738C5C-0303-483D-BC61-EA68E6184297}">
      <dsp:nvSpPr>
        <dsp:cNvPr id="0" name=""/>
        <dsp:cNvSpPr/>
      </dsp:nvSpPr>
      <dsp:spPr>
        <a:xfrm>
          <a:off x="1995649" y="935910"/>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889000">
            <a:lnSpc>
              <a:spcPct val="90000"/>
            </a:lnSpc>
            <a:spcBef>
              <a:spcPct val="0"/>
            </a:spcBef>
            <a:spcAft>
              <a:spcPct val="35000"/>
            </a:spcAft>
            <a:buNone/>
          </a:pPr>
          <a:r>
            <a:rPr lang="en-US" sz="2000" b="0" i="0" kern="1200"/>
            <a:t>Data models can facilitate interaction among the designer, the applications programmer, and the end user.</a:t>
          </a:r>
          <a:endParaRPr lang="en-US" sz="2000" kern="1200"/>
        </a:p>
      </dsp:txBody>
      <dsp:txXfrm>
        <a:off x="1995649" y="935910"/>
        <a:ext cx="4378164" cy="1727835"/>
      </dsp:txXfrm>
    </dsp:sp>
    <dsp:sp modelId="{E6969F73-0870-4AF1-99BB-EA6CC3B72953}">
      <dsp:nvSpPr>
        <dsp:cNvPr id="0" name=""/>
        <dsp:cNvSpPr/>
      </dsp:nvSpPr>
      <dsp:spPr>
        <a:xfrm>
          <a:off x="0" y="3095704"/>
          <a:ext cx="6373813" cy="17278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F7BED0-0E28-4372-8EE0-F4E1ADDBA283}">
      <dsp:nvSpPr>
        <dsp:cNvPr id="0" name=""/>
        <dsp:cNvSpPr/>
      </dsp:nvSpPr>
      <dsp:spPr>
        <a:xfrm>
          <a:off x="522670" y="3484467"/>
          <a:ext cx="950309" cy="9503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BC3490-0384-4A8F-A40B-B239D4F5C3B6}">
      <dsp:nvSpPr>
        <dsp:cNvPr id="0" name=""/>
        <dsp:cNvSpPr/>
      </dsp:nvSpPr>
      <dsp:spPr>
        <a:xfrm>
          <a:off x="1995649" y="3095704"/>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889000">
            <a:lnSpc>
              <a:spcPct val="90000"/>
            </a:lnSpc>
            <a:spcBef>
              <a:spcPct val="0"/>
            </a:spcBef>
            <a:spcAft>
              <a:spcPct val="35000"/>
            </a:spcAft>
            <a:buNone/>
          </a:pPr>
          <a:r>
            <a:rPr lang="en-US" sz="2000" b="0" i="0" kern="1200"/>
            <a:t>A well-developed data model can even foster improved understanding of the organization for which the database design is developed.</a:t>
          </a:r>
          <a:endParaRPr lang="en-US" sz="2000" kern="1200"/>
        </a:p>
      </dsp:txBody>
      <dsp:txXfrm>
        <a:off x="1995649" y="3095704"/>
        <a:ext cx="4378164" cy="17278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28BB17-27B0-4F31-BE18-23E0763766A4}">
      <dsp:nvSpPr>
        <dsp:cNvPr id="0" name=""/>
        <dsp:cNvSpPr/>
      </dsp:nvSpPr>
      <dsp:spPr>
        <a:xfrm>
          <a:off x="0" y="703"/>
          <a:ext cx="637381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301BA7-E8D7-4E8D-A3B8-7F2730E1518D}">
      <dsp:nvSpPr>
        <dsp:cNvPr id="0" name=""/>
        <dsp:cNvSpPr/>
      </dsp:nvSpPr>
      <dsp:spPr>
        <a:xfrm>
          <a:off x="0" y="703"/>
          <a:ext cx="6373813" cy="1151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PH" sz="5200" kern="1200"/>
            <a:t>Entity</a:t>
          </a:r>
          <a:endParaRPr lang="en-US" sz="5200" kern="1200"/>
        </a:p>
      </dsp:txBody>
      <dsp:txXfrm>
        <a:off x="0" y="703"/>
        <a:ext cx="6373813" cy="1151608"/>
      </dsp:txXfrm>
    </dsp:sp>
    <dsp:sp modelId="{BD91735B-F20E-4DE1-8B3E-98B7F97929AB}">
      <dsp:nvSpPr>
        <dsp:cNvPr id="0" name=""/>
        <dsp:cNvSpPr/>
      </dsp:nvSpPr>
      <dsp:spPr>
        <a:xfrm>
          <a:off x="0" y="1152311"/>
          <a:ext cx="637381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316DCD-5175-4DF3-9F4B-EA6FC8DA0819}">
      <dsp:nvSpPr>
        <dsp:cNvPr id="0" name=""/>
        <dsp:cNvSpPr/>
      </dsp:nvSpPr>
      <dsp:spPr>
        <a:xfrm>
          <a:off x="0" y="1152311"/>
          <a:ext cx="6373813" cy="1151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PH" sz="5200" kern="1200"/>
            <a:t>Attribute</a:t>
          </a:r>
          <a:endParaRPr lang="en-US" sz="5200" kern="1200"/>
        </a:p>
      </dsp:txBody>
      <dsp:txXfrm>
        <a:off x="0" y="1152311"/>
        <a:ext cx="6373813" cy="1151608"/>
      </dsp:txXfrm>
    </dsp:sp>
    <dsp:sp modelId="{FE33ECB5-2699-456D-A0AE-091F0A682DBA}">
      <dsp:nvSpPr>
        <dsp:cNvPr id="0" name=""/>
        <dsp:cNvSpPr/>
      </dsp:nvSpPr>
      <dsp:spPr>
        <a:xfrm>
          <a:off x="0" y="2303920"/>
          <a:ext cx="637381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10E2BE-4C6E-45B1-B057-C78554ED0EFB}">
      <dsp:nvSpPr>
        <dsp:cNvPr id="0" name=""/>
        <dsp:cNvSpPr/>
      </dsp:nvSpPr>
      <dsp:spPr>
        <a:xfrm>
          <a:off x="0" y="2303920"/>
          <a:ext cx="6373813" cy="1151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PH" sz="5200" kern="1200"/>
            <a:t>Relationship</a:t>
          </a:r>
          <a:endParaRPr lang="en-US" sz="5200" kern="1200"/>
        </a:p>
      </dsp:txBody>
      <dsp:txXfrm>
        <a:off x="0" y="2303920"/>
        <a:ext cx="6373813" cy="1151608"/>
      </dsp:txXfrm>
    </dsp:sp>
    <dsp:sp modelId="{FE4E40B9-399B-41FC-963F-E1E9322CEA49}">
      <dsp:nvSpPr>
        <dsp:cNvPr id="0" name=""/>
        <dsp:cNvSpPr/>
      </dsp:nvSpPr>
      <dsp:spPr>
        <a:xfrm>
          <a:off x="0" y="3455529"/>
          <a:ext cx="6373813"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98E0F5-D18D-4044-AF09-90706D41FEDA}">
      <dsp:nvSpPr>
        <dsp:cNvPr id="0" name=""/>
        <dsp:cNvSpPr/>
      </dsp:nvSpPr>
      <dsp:spPr>
        <a:xfrm>
          <a:off x="0" y="3455529"/>
          <a:ext cx="6373813" cy="1151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PH" sz="5200" kern="1200"/>
            <a:t>Constraint</a:t>
          </a:r>
          <a:endParaRPr lang="en-US" sz="5200" kern="1200"/>
        </a:p>
      </dsp:txBody>
      <dsp:txXfrm>
        <a:off x="0" y="3455529"/>
        <a:ext cx="6373813" cy="1151608"/>
      </dsp:txXfrm>
    </dsp:sp>
    <dsp:sp modelId="{545978BB-28EB-4E1D-B743-B4D26B4EC386}">
      <dsp:nvSpPr>
        <dsp:cNvPr id="0" name=""/>
        <dsp:cNvSpPr/>
      </dsp:nvSpPr>
      <dsp:spPr>
        <a:xfrm>
          <a:off x="0" y="4607138"/>
          <a:ext cx="6373813"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5AAED-06E4-43C6-BC7E-956ACE57DB5A}">
      <dsp:nvSpPr>
        <dsp:cNvPr id="0" name=""/>
        <dsp:cNvSpPr/>
      </dsp:nvSpPr>
      <dsp:spPr>
        <a:xfrm>
          <a:off x="0" y="4607138"/>
          <a:ext cx="6373813" cy="1151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120" tIns="198120" rIns="198120" bIns="198120" numCol="1" spcCol="1270" anchor="t" anchorCtr="0">
          <a:noAutofit/>
        </a:bodyPr>
        <a:lstStyle/>
        <a:p>
          <a:pPr marL="0" lvl="0" indent="0" algn="l" defTabSz="2311400">
            <a:lnSpc>
              <a:spcPct val="90000"/>
            </a:lnSpc>
            <a:spcBef>
              <a:spcPct val="0"/>
            </a:spcBef>
            <a:spcAft>
              <a:spcPct val="35000"/>
            </a:spcAft>
            <a:buNone/>
          </a:pPr>
          <a:r>
            <a:rPr lang="en-PH" sz="5200" kern="1200"/>
            <a:t>Business Rule</a:t>
          </a:r>
          <a:endParaRPr lang="en-US" sz="5200" kern="1200"/>
        </a:p>
      </dsp:txBody>
      <dsp:txXfrm>
        <a:off x="0" y="4607138"/>
        <a:ext cx="6373813" cy="115160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74FD97-C768-4BFD-A3D9-A31851B6481A}">
      <dsp:nvSpPr>
        <dsp:cNvPr id="0" name=""/>
        <dsp:cNvSpPr/>
      </dsp:nvSpPr>
      <dsp:spPr>
        <a:xfrm>
          <a:off x="80956" y="117"/>
          <a:ext cx="4683583" cy="29740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CCDCE1-02C9-4048-99F0-0A824439314A}">
      <dsp:nvSpPr>
        <dsp:cNvPr id="0" name=""/>
        <dsp:cNvSpPr/>
      </dsp:nvSpPr>
      <dsp:spPr>
        <a:xfrm>
          <a:off x="601355" y="494496"/>
          <a:ext cx="4683583" cy="29740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0" i="0" kern="1200"/>
            <a:t>An </a:t>
          </a:r>
          <a:r>
            <a:rPr lang="en-US" sz="2600" b="1" i="0" kern="1200"/>
            <a:t>entity</a:t>
          </a:r>
          <a:r>
            <a:rPr lang="en-US" sz="2600" b="0" i="0" kern="1200"/>
            <a:t> is a person, place, thing, or event about which data will be collected and stored. </a:t>
          </a:r>
          <a:endParaRPr lang="en-US" sz="2600" kern="1200"/>
        </a:p>
      </dsp:txBody>
      <dsp:txXfrm>
        <a:off x="688463" y="581604"/>
        <a:ext cx="4509367" cy="2799859"/>
      </dsp:txXfrm>
    </dsp:sp>
    <dsp:sp modelId="{E906E73D-9E71-4100-8D74-C64F036342CF}">
      <dsp:nvSpPr>
        <dsp:cNvPr id="0" name=""/>
        <dsp:cNvSpPr/>
      </dsp:nvSpPr>
      <dsp:spPr>
        <a:xfrm>
          <a:off x="5805337" y="117"/>
          <a:ext cx="4683583" cy="29740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35339E-624D-40B9-8F27-6FD88B8587FE}">
      <dsp:nvSpPr>
        <dsp:cNvPr id="0" name=""/>
        <dsp:cNvSpPr/>
      </dsp:nvSpPr>
      <dsp:spPr>
        <a:xfrm>
          <a:off x="6325735" y="494496"/>
          <a:ext cx="4683583" cy="29740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0" i="0" kern="1200"/>
            <a:t>An entity represents a particular type of object in the real world, which means an entity is “distinguishable”—that is, each entity occurrence is unique and distinct.</a:t>
          </a:r>
          <a:endParaRPr lang="en-US" sz="2600" kern="1200"/>
        </a:p>
      </dsp:txBody>
      <dsp:txXfrm>
        <a:off x="6412843" y="581604"/>
        <a:ext cx="4509367" cy="27998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6FC448-8534-4412-8547-2B01B0A93ACB}">
      <dsp:nvSpPr>
        <dsp:cNvPr id="0" name=""/>
        <dsp:cNvSpPr/>
      </dsp:nvSpPr>
      <dsp:spPr>
        <a:xfrm>
          <a:off x="0" y="935910"/>
          <a:ext cx="6373813" cy="17278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A04DAA-E425-49A1-90D8-2F69644506EB}">
      <dsp:nvSpPr>
        <dsp:cNvPr id="0" name=""/>
        <dsp:cNvSpPr/>
      </dsp:nvSpPr>
      <dsp:spPr>
        <a:xfrm>
          <a:off x="522670" y="1324673"/>
          <a:ext cx="950309" cy="9503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958899-14AE-4CF0-8E5A-0E3F6C33812C}">
      <dsp:nvSpPr>
        <dsp:cNvPr id="0" name=""/>
        <dsp:cNvSpPr/>
      </dsp:nvSpPr>
      <dsp:spPr>
        <a:xfrm>
          <a:off x="1995649" y="935910"/>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1111250">
            <a:lnSpc>
              <a:spcPct val="90000"/>
            </a:lnSpc>
            <a:spcBef>
              <a:spcPct val="0"/>
            </a:spcBef>
            <a:spcAft>
              <a:spcPct val="35000"/>
            </a:spcAft>
            <a:buNone/>
          </a:pPr>
          <a:r>
            <a:rPr lang="en-US" sz="2500" b="0" i="0" kern="1200"/>
            <a:t>An </a:t>
          </a:r>
          <a:r>
            <a:rPr lang="en-US" sz="2500" b="1" i="0" kern="1200"/>
            <a:t>attribute</a:t>
          </a:r>
          <a:r>
            <a:rPr lang="en-US" sz="2500" b="0" i="0" kern="1200"/>
            <a:t> is a characteristic of an entity. </a:t>
          </a:r>
          <a:endParaRPr lang="en-US" sz="2500" kern="1200"/>
        </a:p>
      </dsp:txBody>
      <dsp:txXfrm>
        <a:off x="1995649" y="935910"/>
        <a:ext cx="4378164" cy="1727835"/>
      </dsp:txXfrm>
    </dsp:sp>
    <dsp:sp modelId="{B01F2FB1-5E31-41AF-8FEB-A2D77E2AF46B}">
      <dsp:nvSpPr>
        <dsp:cNvPr id="0" name=""/>
        <dsp:cNvSpPr/>
      </dsp:nvSpPr>
      <dsp:spPr>
        <a:xfrm>
          <a:off x="0" y="3095704"/>
          <a:ext cx="6373813" cy="17278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6EE360-5A0D-47BD-B715-B69974442AAA}">
      <dsp:nvSpPr>
        <dsp:cNvPr id="0" name=""/>
        <dsp:cNvSpPr/>
      </dsp:nvSpPr>
      <dsp:spPr>
        <a:xfrm>
          <a:off x="522670" y="3484467"/>
          <a:ext cx="950309" cy="9503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E03196-D7E3-4D57-9E82-215060C06226}">
      <dsp:nvSpPr>
        <dsp:cNvPr id="0" name=""/>
        <dsp:cNvSpPr/>
      </dsp:nvSpPr>
      <dsp:spPr>
        <a:xfrm>
          <a:off x="1995649" y="3095704"/>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1111250">
            <a:lnSpc>
              <a:spcPct val="90000"/>
            </a:lnSpc>
            <a:spcBef>
              <a:spcPct val="0"/>
            </a:spcBef>
            <a:spcAft>
              <a:spcPct val="35000"/>
            </a:spcAft>
            <a:buNone/>
          </a:pPr>
          <a:r>
            <a:rPr lang="en-US" sz="2500" b="0" i="0" kern="1200"/>
            <a:t>Attributes are the equivalent of fields in file systems.</a:t>
          </a:r>
          <a:endParaRPr lang="en-US" sz="2500" kern="1200"/>
        </a:p>
      </dsp:txBody>
      <dsp:txXfrm>
        <a:off x="1995649" y="3095704"/>
        <a:ext cx="4378164" cy="17278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16205C-5338-4D12-9143-269E81B55DBA}">
      <dsp:nvSpPr>
        <dsp:cNvPr id="0" name=""/>
        <dsp:cNvSpPr/>
      </dsp:nvSpPr>
      <dsp:spPr>
        <a:xfrm>
          <a:off x="0" y="703"/>
          <a:ext cx="6373813" cy="16451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6BB7F2-C730-4221-A4BB-D5F6B905DBF7}">
      <dsp:nvSpPr>
        <dsp:cNvPr id="0" name=""/>
        <dsp:cNvSpPr/>
      </dsp:nvSpPr>
      <dsp:spPr>
        <a:xfrm>
          <a:off x="497659" y="370863"/>
          <a:ext cx="904835" cy="904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876EB0-A61D-4E07-BE95-34C3175008E2}">
      <dsp:nvSpPr>
        <dsp:cNvPr id="0" name=""/>
        <dsp:cNvSpPr/>
      </dsp:nvSpPr>
      <dsp:spPr>
        <a:xfrm>
          <a:off x="1900154" y="703"/>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1111250">
            <a:lnSpc>
              <a:spcPct val="90000"/>
            </a:lnSpc>
            <a:spcBef>
              <a:spcPct val="0"/>
            </a:spcBef>
            <a:spcAft>
              <a:spcPct val="35000"/>
            </a:spcAft>
            <a:buNone/>
          </a:pPr>
          <a:r>
            <a:rPr lang="en-US" sz="2500" b="0" i="0" kern="1200"/>
            <a:t>A </a:t>
          </a:r>
          <a:r>
            <a:rPr lang="en-US" sz="2500" b="1" i="0" kern="1200"/>
            <a:t>constraint </a:t>
          </a:r>
          <a:r>
            <a:rPr lang="en-US" sz="2500" b="0" i="0" kern="1200"/>
            <a:t>is a restriction placed on the data. </a:t>
          </a:r>
          <a:endParaRPr lang="en-US" sz="2500" kern="1200"/>
        </a:p>
      </dsp:txBody>
      <dsp:txXfrm>
        <a:off x="1900154" y="703"/>
        <a:ext cx="4473659" cy="1645155"/>
      </dsp:txXfrm>
    </dsp:sp>
    <dsp:sp modelId="{0060F7FD-FDD7-4F77-995D-632A2D0AB35A}">
      <dsp:nvSpPr>
        <dsp:cNvPr id="0" name=""/>
        <dsp:cNvSpPr/>
      </dsp:nvSpPr>
      <dsp:spPr>
        <a:xfrm>
          <a:off x="0" y="2057147"/>
          <a:ext cx="6373813" cy="16451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8E13FE-D7C7-4A0C-ABEF-82380E298E4F}">
      <dsp:nvSpPr>
        <dsp:cNvPr id="0" name=""/>
        <dsp:cNvSpPr/>
      </dsp:nvSpPr>
      <dsp:spPr>
        <a:xfrm>
          <a:off x="497659" y="2427307"/>
          <a:ext cx="904835" cy="904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4A1940-E993-4689-A8A0-6E5A4ED443FB}">
      <dsp:nvSpPr>
        <dsp:cNvPr id="0" name=""/>
        <dsp:cNvSpPr/>
      </dsp:nvSpPr>
      <dsp:spPr>
        <a:xfrm>
          <a:off x="1900154" y="2057147"/>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1111250">
            <a:lnSpc>
              <a:spcPct val="90000"/>
            </a:lnSpc>
            <a:spcBef>
              <a:spcPct val="0"/>
            </a:spcBef>
            <a:spcAft>
              <a:spcPct val="35000"/>
            </a:spcAft>
            <a:buNone/>
          </a:pPr>
          <a:r>
            <a:rPr lang="en-US" sz="2500" b="0" i="0" kern="1200"/>
            <a:t>Constraints are important because they help to ensure data integrity.</a:t>
          </a:r>
          <a:endParaRPr lang="en-US" sz="2500" kern="1200"/>
        </a:p>
      </dsp:txBody>
      <dsp:txXfrm>
        <a:off x="1900154" y="2057147"/>
        <a:ext cx="4473659" cy="1645155"/>
      </dsp:txXfrm>
    </dsp:sp>
    <dsp:sp modelId="{721E88FB-9B1D-485A-8B67-BCC9D4CCB658}">
      <dsp:nvSpPr>
        <dsp:cNvPr id="0" name=""/>
        <dsp:cNvSpPr/>
      </dsp:nvSpPr>
      <dsp:spPr>
        <a:xfrm>
          <a:off x="0" y="4113591"/>
          <a:ext cx="6373813" cy="16451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B34EEA-CD07-4C0B-A56B-A409A6AC1178}">
      <dsp:nvSpPr>
        <dsp:cNvPr id="0" name=""/>
        <dsp:cNvSpPr/>
      </dsp:nvSpPr>
      <dsp:spPr>
        <a:xfrm>
          <a:off x="497659" y="4483751"/>
          <a:ext cx="904835" cy="904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15CA1B-067A-434B-A716-F087D6EAB56D}">
      <dsp:nvSpPr>
        <dsp:cNvPr id="0" name=""/>
        <dsp:cNvSpPr/>
      </dsp:nvSpPr>
      <dsp:spPr>
        <a:xfrm>
          <a:off x="1900154" y="4113591"/>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1111250">
            <a:lnSpc>
              <a:spcPct val="90000"/>
            </a:lnSpc>
            <a:spcBef>
              <a:spcPct val="0"/>
            </a:spcBef>
            <a:spcAft>
              <a:spcPct val="35000"/>
            </a:spcAft>
            <a:buNone/>
          </a:pPr>
          <a:r>
            <a:rPr lang="en-US" sz="2500" b="0" i="0" kern="1200"/>
            <a:t>Constraints are normally expressed in the form of rules</a:t>
          </a:r>
          <a:endParaRPr lang="en-US" sz="2500" kern="1200"/>
        </a:p>
      </dsp:txBody>
      <dsp:txXfrm>
        <a:off x="1900154" y="4113591"/>
        <a:ext cx="4473659" cy="164515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69B8A-C5F6-422C-A202-079B08C1251F}">
      <dsp:nvSpPr>
        <dsp:cNvPr id="0" name=""/>
        <dsp:cNvSpPr/>
      </dsp:nvSpPr>
      <dsp:spPr>
        <a:xfrm>
          <a:off x="0" y="935910"/>
          <a:ext cx="6373813" cy="17278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C0F5AE-076F-4DCC-9C7A-75C5CA50465F}">
      <dsp:nvSpPr>
        <dsp:cNvPr id="0" name=""/>
        <dsp:cNvSpPr/>
      </dsp:nvSpPr>
      <dsp:spPr>
        <a:xfrm>
          <a:off x="522670" y="1324673"/>
          <a:ext cx="950309" cy="9503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F0665B-5A1D-496C-9383-5B97068D6E17}">
      <dsp:nvSpPr>
        <dsp:cNvPr id="0" name=""/>
        <dsp:cNvSpPr/>
      </dsp:nvSpPr>
      <dsp:spPr>
        <a:xfrm>
          <a:off x="1995649" y="935910"/>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1022350">
            <a:lnSpc>
              <a:spcPct val="90000"/>
            </a:lnSpc>
            <a:spcBef>
              <a:spcPct val="0"/>
            </a:spcBef>
            <a:spcAft>
              <a:spcPct val="35000"/>
            </a:spcAft>
            <a:buNone/>
          </a:pPr>
          <a:r>
            <a:rPr lang="en-US" sz="2300" kern="1200"/>
            <a:t>Allows</a:t>
          </a:r>
          <a:r>
            <a:rPr lang="en-US" sz="2300" b="0" i="0" kern="1200"/>
            <a:t> the designer to focus on the logical representation of the data and its relationships rather than physical storage details</a:t>
          </a:r>
          <a:endParaRPr lang="en-US" sz="2300" kern="1200"/>
        </a:p>
      </dsp:txBody>
      <dsp:txXfrm>
        <a:off x="1995649" y="935910"/>
        <a:ext cx="4378164" cy="1727835"/>
      </dsp:txXfrm>
    </dsp:sp>
    <dsp:sp modelId="{8868B562-5D5B-4B53-905A-32C0407C9600}">
      <dsp:nvSpPr>
        <dsp:cNvPr id="0" name=""/>
        <dsp:cNvSpPr/>
      </dsp:nvSpPr>
      <dsp:spPr>
        <a:xfrm>
          <a:off x="0" y="3095704"/>
          <a:ext cx="6373813" cy="17278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C4C9CA-4EE8-41BC-A01A-33120BE4CF4D}">
      <dsp:nvSpPr>
        <dsp:cNvPr id="0" name=""/>
        <dsp:cNvSpPr/>
      </dsp:nvSpPr>
      <dsp:spPr>
        <a:xfrm>
          <a:off x="522670" y="3484467"/>
          <a:ext cx="950309" cy="9503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B93859-37D5-4A55-B397-30AC2C7953EC}">
      <dsp:nvSpPr>
        <dsp:cNvPr id="0" name=""/>
        <dsp:cNvSpPr/>
      </dsp:nvSpPr>
      <dsp:spPr>
        <a:xfrm>
          <a:off x="1995649" y="3095704"/>
          <a:ext cx="4378164" cy="1727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63" tIns="182863" rIns="182863" bIns="182863" numCol="1" spcCol="1270" anchor="ctr" anchorCtr="0">
          <a:noAutofit/>
        </a:bodyPr>
        <a:lstStyle/>
        <a:p>
          <a:pPr marL="0" lvl="0" indent="0" algn="l" defTabSz="1022350">
            <a:lnSpc>
              <a:spcPct val="90000"/>
            </a:lnSpc>
            <a:spcBef>
              <a:spcPct val="0"/>
            </a:spcBef>
            <a:spcAft>
              <a:spcPct val="35000"/>
            </a:spcAft>
            <a:buNone/>
          </a:pPr>
          <a:r>
            <a:rPr lang="en-US" sz="2300" b="0" i="0" kern="1200"/>
            <a:t>The relational model enables you to view data </a:t>
          </a:r>
          <a:r>
            <a:rPr lang="en-US" sz="2300" b="1" i="0" kern="1200"/>
            <a:t>logically </a:t>
          </a:r>
          <a:r>
            <a:rPr lang="en-US" sz="2300" b="0" i="0" kern="1200"/>
            <a:t>rather than </a:t>
          </a:r>
          <a:r>
            <a:rPr lang="en-US" sz="2300" b="1" i="0" kern="1200"/>
            <a:t>physically</a:t>
          </a:r>
          <a:r>
            <a:rPr lang="en-US" sz="2300" b="0" i="0" kern="1200"/>
            <a:t>.</a:t>
          </a:r>
          <a:endParaRPr lang="en-US" sz="2300" kern="1200"/>
        </a:p>
      </dsp:txBody>
      <dsp:txXfrm>
        <a:off x="1995649" y="3095704"/>
        <a:ext cx="4378164" cy="17278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0275D1-B52A-4C54-8CA5-3402D1C16686}">
      <dsp:nvSpPr>
        <dsp:cNvPr id="0" name=""/>
        <dsp:cNvSpPr/>
      </dsp:nvSpPr>
      <dsp:spPr>
        <a:xfrm>
          <a:off x="0" y="703"/>
          <a:ext cx="6373813" cy="164515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51DFBB-F66D-4D98-8681-407CEB3357C2}">
      <dsp:nvSpPr>
        <dsp:cNvPr id="0" name=""/>
        <dsp:cNvSpPr/>
      </dsp:nvSpPr>
      <dsp:spPr>
        <a:xfrm>
          <a:off x="497659" y="370863"/>
          <a:ext cx="904835" cy="904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11DCEA-E2C8-460A-B4F0-173F171F18A3}">
      <dsp:nvSpPr>
        <dsp:cNvPr id="0" name=""/>
        <dsp:cNvSpPr/>
      </dsp:nvSpPr>
      <dsp:spPr>
        <a:xfrm>
          <a:off x="1900154" y="703"/>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977900">
            <a:lnSpc>
              <a:spcPct val="90000"/>
            </a:lnSpc>
            <a:spcBef>
              <a:spcPct val="0"/>
            </a:spcBef>
            <a:spcAft>
              <a:spcPct val="35000"/>
            </a:spcAft>
            <a:buNone/>
          </a:pPr>
          <a:r>
            <a:rPr lang="en-US" sz="2200" b="0" i="0" kern="1200"/>
            <a:t>In the relational model, </a:t>
          </a:r>
          <a:r>
            <a:rPr lang="en-US" sz="2200" b="0" i="0" u="sng" kern="1200"/>
            <a:t>keys are important because they are used to ensure that each row in a table is uniquely identifiable</a:t>
          </a:r>
          <a:r>
            <a:rPr lang="en-US" sz="2200" b="0" i="0" kern="1200"/>
            <a:t>. </a:t>
          </a:r>
          <a:endParaRPr lang="en-US" sz="2200" kern="1200"/>
        </a:p>
      </dsp:txBody>
      <dsp:txXfrm>
        <a:off x="1900154" y="703"/>
        <a:ext cx="4473659" cy="1645155"/>
      </dsp:txXfrm>
    </dsp:sp>
    <dsp:sp modelId="{A1BFB452-C6F7-4338-AA66-C01C470646EE}">
      <dsp:nvSpPr>
        <dsp:cNvPr id="0" name=""/>
        <dsp:cNvSpPr/>
      </dsp:nvSpPr>
      <dsp:spPr>
        <a:xfrm>
          <a:off x="0" y="2057147"/>
          <a:ext cx="6373813" cy="164515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41ED5D-7FA7-46F7-8D14-9E7C4859F9C2}">
      <dsp:nvSpPr>
        <dsp:cNvPr id="0" name=""/>
        <dsp:cNvSpPr/>
      </dsp:nvSpPr>
      <dsp:spPr>
        <a:xfrm>
          <a:off x="497659" y="2427307"/>
          <a:ext cx="904835" cy="904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4F04EF-D14B-49DB-B328-A7DFC9CFF197}">
      <dsp:nvSpPr>
        <dsp:cNvPr id="0" name=""/>
        <dsp:cNvSpPr/>
      </dsp:nvSpPr>
      <dsp:spPr>
        <a:xfrm>
          <a:off x="1900154" y="2057147"/>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977900">
            <a:lnSpc>
              <a:spcPct val="90000"/>
            </a:lnSpc>
            <a:spcBef>
              <a:spcPct val="0"/>
            </a:spcBef>
            <a:spcAft>
              <a:spcPct val="35000"/>
            </a:spcAft>
            <a:buNone/>
          </a:pPr>
          <a:r>
            <a:rPr lang="en-US" sz="2200" b="0" i="0" kern="1200"/>
            <a:t>They are also used to establish relationships among tables and to ensure the integrity of the data.</a:t>
          </a:r>
          <a:endParaRPr lang="en-US" sz="2200" kern="1200"/>
        </a:p>
      </dsp:txBody>
      <dsp:txXfrm>
        <a:off x="1900154" y="2057147"/>
        <a:ext cx="4473659" cy="1645155"/>
      </dsp:txXfrm>
    </dsp:sp>
    <dsp:sp modelId="{5867B85E-0741-42CF-82AA-B427E3ED5E95}">
      <dsp:nvSpPr>
        <dsp:cNvPr id="0" name=""/>
        <dsp:cNvSpPr/>
      </dsp:nvSpPr>
      <dsp:spPr>
        <a:xfrm>
          <a:off x="0" y="4113591"/>
          <a:ext cx="6373813" cy="164515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92ED7B-9B5C-4C65-B74C-DD6BC5763C17}">
      <dsp:nvSpPr>
        <dsp:cNvPr id="0" name=""/>
        <dsp:cNvSpPr/>
      </dsp:nvSpPr>
      <dsp:spPr>
        <a:xfrm>
          <a:off x="497659" y="4483751"/>
          <a:ext cx="904835" cy="904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BFB134-2666-400E-85A6-C396977AF33D}">
      <dsp:nvSpPr>
        <dsp:cNvPr id="0" name=""/>
        <dsp:cNvSpPr/>
      </dsp:nvSpPr>
      <dsp:spPr>
        <a:xfrm>
          <a:off x="1900154" y="4113591"/>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977900">
            <a:lnSpc>
              <a:spcPct val="90000"/>
            </a:lnSpc>
            <a:spcBef>
              <a:spcPct val="0"/>
            </a:spcBef>
            <a:spcAft>
              <a:spcPct val="35000"/>
            </a:spcAft>
            <a:buNone/>
          </a:pPr>
          <a:r>
            <a:rPr lang="en-US" sz="2200" b="0" i="0" kern="1200"/>
            <a:t>A </a:t>
          </a:r>
          <a:r>
            <a:rPr lang="en-US" sz="2200" b="1" i="0" kern="1200"/>
            <a:t>key </a:t>
          </a:r>
          <a:r>
            <a:rPr lang="en-US" sz="2200" b="0" i="0" kern="1200"/>
            <a:t>consists of one or more attributes that determine other attributes..</a:t>
          </a:r>
          <a:endParaRPr lang="en-US" sz="2200" kern="1200"/>
        </a:p>
      </dsp:txBody>
      <dsp:txXfrm>
        <a:off x="1900154" y="4113591"/>
        <a:ext cx="4473659" cy="164515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1C1A26-2152-4957-B2C7-6FC820849A89}">
      <dsp:nvSpPr>
        <dsp:cNvPr id="0" name=""/>
        <dsp:cNvSpPr/>
      </dsp:nvSpPr>
      <dsp:spPr>
        <a:xfrm>
          <a:off x="0" y="0"/>
          <a:ext cx="637381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04BE35-F702-4E7F-A080-DEB92B9F2408}">
      <dsp:nvSpPr>
        <dsp:cNvPr id="0" name=""/>
        <dsp:cNvSpPr/>
      </dsp:nvSpPr>
      <dsp:spPr>
        <a:xfrm>
          <a:off x="0" y="0"/>
          <a:ext cx="6373813" cy="2879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a:t>The role of a key is based on the concept of </a:t>
          </a:r>
          <a:r>
            <a:rPr lang="en-US" sz="3600" b="1" i="0" kern="1200"/>
            <a:t>determination</a:t>
          </a:r>
          <a:r>
            <a:rPr lang="en-US" sz="3600" b="0" i="0" kern="1200"/>
            <a:t>. </a:t>
          </a:r>
          <a:endParaRPr lang="en-US" sz="3600" kern="1200"/>
        </a:p>
      </dsp:txBody>
      <dsp:txXfrm>
        <a:off x="0" y="0"/>
        <a:ext cx="6373813" cy="2879724"/>
      </dsp:txXfrm>
    </dsp:sp>
    <dsp:sp modelId="{82D87473-8C53-40EC-A5EB-70997DC148E9}">
      <dsp:nvSpPr>
        <dsp:cNvPr id="0" name=""/>
        <dsp:cNvSpPr/>
      </dsp:nvSpPr>
      <dsp:spPr>
        <a:xfrm>
          <a:off x="0" y="2879724"/>
          <a:ext cx="637381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2FABFA-ABA0-4427-9F44-30D3E93DAF70}">
      <dsp:nvSpPr>
        <dsp:cNvPr id="0" name=""/>
        <dsp:cNvSpPr/>
      </dsp:nvSpPr>
      <dsp:spPr>
        <a:xfrm>
          <a:off x="0" y="2879724"/>
          <a:ext cx="6373813" cy="28797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b="0" i="0" kern="1200"/>
            <a:t>Determination is the state in which knowing the value of one attribute makes it possible to determine the value of another</a:t>
          </a:r>
          <a:endParaRPr lang="en-US" sz="3600" kern="1200"/>
        </a:p>
      </dsp:txBody>
      <dsp:txXfrm>
        <a:off x="0" y="2879724"/>
        <a:ext cx="6373813" cy="287972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81112D-1425-4A5A-8A3E-EE61DD2415BD}">
      <dsp:nvSpPr>
        <dsp:cNvPr id="0" name=""/>
        <dsp:cNvSpPr/>
      </dsp:nvSpPr>
      <dsp:spPr>
        <a:xfrm>
          <a:off x="0" y="703"/>
          <a:ext cx="6373813" cy="164515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5654F-605C-471A-A6CE-8DC38F0FEE1F}">
      <dsp:nvSpPr>
        <dsp:cNvPr id="0" name=""/>
        <dsp:cNvSpPr/>
      </dsp:nvSpPr>
      <dsp:spPr>
        <a:xfrm>
          <a:off x="497659" y="370863"/>
          <a:ext cx="904835" cy="9048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D54F28-7DE0-488B-B838-FAC035904A40}">
      <dsp:nvSpPr>
        <dsp:cNvPr id="0" name=""/>
        <dsp:cNvSpPr/>
      </dsp:nvSpPr>
      <dsp:spPr>
        <a:xfrm>
          <a:off x="1900154" y="703"/>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977900">
            <a:lnSpc>
              <a:spcPct val="90000"/>
            </a:lnSpc>
            <a:spcBef>
              <a:spcPct val="0"/>
            </a:spcBef>
            <a:spcAft>
              <a:spcPct val="35000"/>
            </a:spcAft>
            <a:buNone/>
          </a:pPr>
          <a:r>
            <a:rPr lang="en-US" sz="2200" b="0" i="0" kern="1200"/>
            <a:t>The </a:t>
          </a:r>
          <a:r>
            <a:rPr lang="en-US" sz="2200" b="1" i="0" kern="1200"/>
            <a:t>data dictionary </a:t>
          </a:r>
          <a:r>
            <a:rPr lang="en-US" sz="2200" b="0" i="0" kern="1200"/>
            <a:t>provides a detailed description of all tables in the database created by the user and designer. </a:t>
          </a:r>
          <a:endParaRPr lang="en-US" sz="2200" kern="1200"/>
        </a:p>
      </dsp:txBody>
      <dsp:txXfrm>
        <a:off x="1900154" y="703"/>
        <a:ext cx="4473659" cy="1645155"/>
      </dsp:txXfrm>
    </dsp:sp>
    <dsp:sp modelId="{1D334868-56FA-4A07-8CB2-9B015E3D28C3}">
      <dsp:nvSpPr>
        <dsp:cNvPr id="0" name=""/>
        <dsp:cNvSpPr/>
      </dsp:nvSpPr>
      <dsp:spPr>
        <a:xfrm>
          <a:off x="0" y="2057147"/>
          <a:ext cx="6373813" cy="164515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CCEC0E-256A-4823-84C3-0BFB598AD106}">
      <dsp:nvSpPr>
        <dsp:cNvPr id="0" name=""/>
        <dsp:cNvSpPr/>
      </dsp:nvSpPr>
      <dsp:spPr>
        <a:xfrm>
          <a:off x="497659" y="2427307"/>
          <a:ext cx="904835" cy="9048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30D775-7F24-47C2-848A-1057450E8439}">
      <dsp:nvSpPr>
        <dsp:cNvPr id="0" name=""/>
        <dsp:cNvSpPr/>
      </dsp:nvSpPr>
      <dsp:spPr>
        <a:xfrm>
          <a:off x="1900154" y="2057147"/>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977900">
            <a:lnSpc>
              <a:spcPct val="90000"/>
            </a:lnSpc>
            <a:spcBef>
              <a:spcPct val="0"/>
            </a:spcBef>
            <a:spcAft>
              <a:spcPct val="35000"/>
            </a:spcAft>
            <a:buNone/>
          </a:pPr>
          <a:r>
            <a:rPr lang="en-US" sz="2200" b="0" i="0" kern="1200"/>
            <a:t>Thus, the data dictionary contains at least all of the attribute names and characteristics for each table in the system. </a:t>
          </a:r>
          <a:endParaRPr lang="en-US" sz="2200" kern="1200"/>
        </a:p>
      </dsp:txBody>
      <dsp:txXfrm>
        <a:off x="1900154" y="2057147"/>
        <a:ext cx="4473659" cy="1645155"/>
      </dsp:txXfrm>
    </dsp:sp>
    <dsp:sp modelId="{0CB4F722-B916-435E-B610-9B4ADE994778}">
      <dsp:nvSpPr>
        <dsp:cNvPr id="0" name=""/>
        <dsp:cNvSpPr/>
      </dsp:nvSpPr>
      <dsp:spPr>
        <a:xfrm>
          <a:off x="0" y="4113591"/>
          <a:ext cx="6373813" cy="164515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5F7EC2-0BD4-4EA6-8200-71E6BF61C741}">
      <dsp:nvSpPr>
        <dsp:cNvPr id="0" name=""/>
        <dsp:cNvSpPr/>
      </dsp:nvSpPr>
      <dsp:spPr>
        <a:xfrm>
          <a:off x="497659" y="4483751"/>
          <a:ext cx="904835" cy="9048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9112D7-8863-4CA6-9BCB-898AFEA52D84}">
      <dsp:nvSpPr>
        <dsp:cNvPr id="0" name=""/>
        <dsp:cNvSpPr/>
      </dsp:nvSpPr>
      <dsp:spPr>
        <a:xfrm>
          <a:off x="1900154" y="4113591"/>
          <a:ext cx="4473659" cy="1645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112" tIns="174112" rIns="174112" bIns="174112" numCol="1" spcCol="1270" anchor="ctr" anchorCtr="0">
          <a:noAutofit/>
        </a:bodyPr>
        <a:lstStyle/>
        <a:p>
          <a:pPr marL="0" lvl="0" indent="0" algn="l" defTabSz="977900">
            <a:lnSpc>
              <a:spcPct val="90000"/>
            </a:lnSpc>
            <a:spcBef>
              <a:spcPct val="0"/>
            </a:spcBef>
            <a:spcAft>
              <a:spcPct val="35000"/>
            </a:spcAft>
            <a:buNone/>
          </a:pPr>
          <a:r>
            <a:rPr lang="en-US" sz="2200" b="0" i="0" kern="1200"/>
            <a:t>In short, the data dictionary contains metadata—data about data. </a:t>
          </a:r>
          <a:endParaRPr lang="en-US" sz="2200" kern="1200"/>
        </a:p>
      </dsp:txBody>
      <dsp:txXfrm>
        <a:off x="1900154" y="4113591"/>
        <a:ext cx="4473659" cy="164515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fld id="{72EA7947-E287-4738-8C82-07CE4F01EF03}" type="datetime2">
              <a:rPr lang="en-US" smtClean="0"/>
              <a:t>Monday, October 12, 2020</a:t>
            </a:fld>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183223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fld id="{6FE8C025-CD7A-4966-867E-81CF82B15267}" type="datetime2">
              <a:rPr lang="en-US" smtClean="0"/>
              <a:t>Monday, October 12, 2020</a:t>
            </a:fld>
            <a:endParaRPr lang="en-US"/>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67157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fld id="{FE809929-0719-4517-94D6-FDF7F99E70F6}" type="datetime2">
              <a:rPr lang="en-US" smtClean="0"/>
              <a:t>Monday, October 12, 2020</a:t>
            </a:fld>
            <a:endParaRPr lang="en-US"/>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55828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fld id="{20E95673-5512-4AAA-9AEB-E00C61EC65D5}" type="datetime2">
              <a:rPr lang="en-US" smtClean="0"/>
              <a:t>Monday, October 12, 2020</a:t>
            </a:fld>
            <a:endParaRPr lang="en-US"/>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57323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fld id="{C13138FA-2E87-4873-8BBA-13E447C9A99A}" type="datetime2">
              <a:rPr lang="en-US" smtClean="0"/>
              <a:t>Monday, October 12, 2020</a:t>
            </a:fld>
            <a:endParaRPr lang="en-US"/>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r>
              <a:rPr lang="en-US"/>
              <a:t>Sample Footer</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502115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fld id="{D75BB40A-97BD-4BFB-B639-0BFF95FDE8B7}" type="datetime2">
              <a:rPr lang="en-US" smtClean="0"/>
              <a:t>Monday, October 12, 2020</a:t>
            </a:fld>
            <a:endParaRPr lang="en-US"/>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r>
              <a:rPr lang="en-US"/>
              <a:t>Sample Footer</a:t>
            </a:r>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1763392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fld id="{9EE9E0E3-ECF6-4CFE-8698-AEFEBCECC3C0}" type="datetime2">
              <a:rPr lang="en-US" smtClean="0"/>
              <a:t>Monday, October 12, 2020</a:t>
            </a:fld>
            <a:endParaRPr lang="en-US"/>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r>
              <a:rPr lang="en-US"/>
              <a:t>Sample Footer</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525284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fld id="{251462FC-960E-4740-921F-B36862979F21}" type="datetime2">
              <a:rPr lang="en-US" smtClean="0"/>
              <a:t>Monday, October 12, 2020</a:t>
            </a:fld>
            <a:endParaRPr lang="en-US"/>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59607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fld id="{E50BC9E2-CB44-4C05-9BB5-496C18A241E0}" type="datetime2">
              <a:rPr lang="en-US" smtClean="0"/>
              <a:t>Monday, October 12, 2020</a:t>
            </a:fld>
            <a:endParaRPr lang="en-US"/>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r>
              <a:rPr lang="en-US"/>
              <a:t>Sample Footer</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556151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fld id="{EE2EBD84-71F4-4271-8C46-0D47C0A9B12E}" type="datetime2">
              <a:rPr lang="en-US" smtClean="0"/>
              <a:t>Monday, October 12, 2020</a:t>
            </a:fld>
            <a:endParaRPr lang="en-US"/>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19559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fld id="{ABAE0CE1-F450-4107-B2CB-17B18F8A3F4A}" type="datetime2">
              <a:rPr lang="en-US" smtClean="0"/>
              <a:t>Monday, October 12, 2020</a:t>
            </a:fld>
            <a:endParaRPr lang="en-US"/>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r>
              <a:rPr lang="en-US"/>
              <a:t>Sample Footer</a:t>
            </a:r>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737067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fld id="{246CB39B-5F4C-4A7E-9BE3-AAFD45576D16}" type="datetime2">
              <a:rPr lang="en-US" smtClean="0"/>
              <a:t>Monday, October 12, 2020</a:t>
            </a:fld>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900">
                <a:solidFill>
                  <a:schemeClr val="tx1">
                    <a:alpha val="80000"/>
                  </a:schemeClr>
                </a:solidFill>
              </a:defRPr>
            </a:lvl1pPr>
          </a:lstStyle>
          <a:p>
            <a:r>
              <a:rPr lang="en-US"/>
              <a:t>Sample Footer</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900">
                <a:solidFill>
                  <a:schemeClr val="tx1">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544707042"/>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914400" rtl="0" eaLnBrk="1" latinLnBrk="0" hangingPunct="1">
        <a:lnSpc>
          <a:spcPct val="10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71549B-0A07-4FC6-8D47-32A5DA7F72A8}"/>
              </a:ext>
            </a:extLst>
          </p:cNvPr>
          <p:cNvSpPr>
            <a:spLocks noGrp="1"/>
          </p:cNvSpPr>
          <p:nvPr>
            <p:ph type="ctrTitle"/>
          </p:nvPr>
        </p:nvSpPr>
        <p:spPr>
          <a:xfrm>
            <a:off x="550864" y="549275"/>
            <a:ext cx="6373812" cy="984885"/>
          </a:xfrm>
        </p:spPr>
        <p:txBody>
          <a:bodyPr wrap="square" anchor="ctr">
            <a:normAutofit/>
          </a:bodyPr>
          <a:lstStyle/>
          <a:p>
            <a:r>
              <a:rPr lang="en-PH" sz="4800" dirty="0"/>
              <a:t>Data Models</a:t>
            </a:r>
          </a:p>
        </p:txBody>
      </p:sp>
      <p:sp>
        <p:nvSpPr>
          <p:cNvPr id="3" name="Subtitle 2">
            <a:extLst>
              <a:ext uri="{FF2B5EF4-FFF2-40B4-BE49-F238E27FC236}">
                <a16:creationId xmlns:a16="http://schemas.microsoft.com/office/drawing/2014/main" id="{900F0C1E-A4E9-42AD-8007-CF7F42C6A23E}"/>
              </a:ext>
            </a:extLst>
          </p:cNvPr>
          <p:cNvSpPr>
            <a:spLocks noGrp="1"/>
          </p:cNvSpPr>
          <p:nvPr>
            <p:ph type="subTitle" idx="1"/>
          </p:nvPr>
        </p:nvSpPr>
        <p:spPr>
          <a:xfrm>
            <a:off x="7140575" y="549275"/>
            <a:ext cx="4498976" cy="984885"/>
          </a:xfrm>
        </p:spPr>
        <p:txBody>
          <a:bodyPr anchor="ctr">
            <a:normAutofit/>
          </a:bodyPr>
          <a:lstStyle/>
          <a:p>
            <a:pPr algn="r"/>
            <a:endParaRPr lang="en-PH">
              <a:solidFill>
                <a:schemeClr val="tx1">
                  <a:alpha val="60000"/>
                </a:schemeClr>
              </a:solidFill>
            </a:endParaRPr>
          </a:p>
        </p:txBody>
      </p:sp>
      <p:pic>
        <p:nvPicPr>
          <p:cNvPr id="4" name="Picture 3">
            <a:extLst>
              <a:ext uri="{FF2B5EF4-FFF2-40B4-BE49-F238E27FC236}">
                <a16:creationId xmlns:a16="http://schemas.microsoft.com/office/drawing/2014/main" id="{A72DC8EC-1DBF-41FD-93AF-7F0750DF64FA}"/>
              </a:ext>
            </a:extLst>
          </p:cNvPr>
          <p:cNvPicPr>
            <a:picLocks noChangeAspect="1"/>
          </p:cNvPicPr>
          <p:nvPr/>
        </p:nvPicPr>
        <p:blipFill rotWithShape="1">
          <a:blip r:embed="rId2"/>
          <a:srcRect t="21173" b="20159"/>
          <a:stretch/>
        </p:blipFill>
        <p:spPr>
          <a:xfrm>
            <a:off x="20" y="2083435"/>
            <a:ext cx="12191980" cy="4774564"/>
          </a:xfrm>
          <a:custGeom>
            <a:avLst/>
            <a:gdLst/>
            <a:ahLst/>
            <a:cxnLst/>
            <a:rect l="l" t="t" r="r" b="b"/>
            <a:pathLst>
              <a:path w="12192000" h="4774564">
                <a:moveTo>
                  <a:pt x="0" y="0"/>
                </a:moveTo>
                <a:lnTo>
                  <a:pt x="12192000" y="0"/>
                </a:lnTo>
                <a:lnTo>
                  <a:pt x="12192000" y="4774564"/>
                </a:lnTo>
                <a:lnTo>
                  <a:pt x="0" y="4774564"/>
                </a:lnTo>
                <a:close/>
              </a:path>
            </a:pathLst>
          </a:custGeom>
        </p:spPr>
      </p:pic>
      <p:sp>
        <p:nvSpPr>
          <p:cNvPr id="11" name="Rectangle 10">
            <a:extLst>
              <a:ext uri="{FF2B5EF4-FFF2-40B4-BE49-F238E27FC236}">
                <a16:creationId xmlns:a16="http://schemas.microsoft.com/office/drawing/2014/main" id="{5337EA23-6703-4C96-9EEB-A408CBDD6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755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EEEB57-28B1-4558-8605-F4CC21C09BB0}"/>
              </a:ext>
            </a:extLst>
          </p:cNvPr>
          <p:cNvSpPr>
            <a:spLocks noGrp="1"/>
          </p:cNvSpPr>
          <p:nvPr>
            <p:ph type="title"/>
          </p:nvPr>
        </p:nvSpPr>
        <p:spPr>
          <a:xfrm>
            <a:off x="550863" y="549275"/>
            <a:ext cx="5437185" cy="1997855"/>
          </a:xfrm>
        </p:spPr>
        <p:txBody>
          <a:bodyPr wrap="square" anchor="b">
            <a:normAutofit/>
          </a:bodyPr>
          <a:lstStyle/>
          <a:p>
            <a:r>
              <a:rPr lang="en-PH" dirty="0"/>
              <a:t>Data Models</a:t>
            </a:r>
          </a:p>
        </p:txBody>
      </p:sp>
      <p:sp>
        <p:nvSpPr>
          <p:cNvPr id="3" name="Content Placeholder 2">
            <a:extLst>
              <a:ext uri="{FF2B5EF4-FFF2-40B4-BE49-F238E27FC236}">
                <a16:creationId xmlns:a16="http://schemas.microsoft.com/office/drawing/2014/main" id="{9DDC5364-F511-4786-BF8D-5410713F5EBA}"/>
              </a:ext>
            </a:extLst>
          </p:cNvPr>
          <p:cNvSpPr>
            <a:spLocks noGrp="1"/>
          </p:cNvSpPr>
          <p:nvPr>
            <p:ph idx="1"/>
          </p:nvPr>
        </p:nvSpPr>
        <p:spPr>
          <a:xfrm>
            <a:off x="550863" y="2677306"/>
            <a:ext cx="6373812" cy="3415519"/>
          </a:xfrm>
        </p:spPr>
        <p:txBody>
          <a:bodyPr anchor="t">
            <a:normAutofit fontScale="92500"/>
          </a:bodyPr>
          <a:lstStyle/>
          <a:p>
            <a:r>
              <a:rPr lang="en-US" sz="3200" b="0" i="0" dirty="0">
                <a:effectLst/>
                <a:latin typeface="Lato Extended"/>
              </a:rPr>
              <a:t>Data modeling is the first step in the database design journey, serving as a bridge between real-world objects and the computer database. </a:t>
            </a:r>
          </a:p>
          <a:p>
            <a:br>
              <a:rPr lang="en-US" sz="3200" dirty="0"/>
            </a:br>
            <a:endParaRPr lang="en-PH" sz="3200" dirty="0"/>
          </a:p>
        </p:txBody>
      </p:sp>
      <p:pic>
        <p:nvPicPr>
          <p:cNvPr id="7" name="Graphic 6" descr="Database">
            <a:extLst>
              <a:ext uri="{FF2B5EF4-FFF2-40B4-BE49-F238E27FC236}">
                <a16:creationId xmlns:a16="http://schemas.microsoft.com/office/drawing/2014/main" id="{02FFC568-2C82-48FB-B545-4C9C2A141AA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4675" y="1072039"/>
            <a:ext cx="4713922" cy="4713922"/>
          </a:xfrm>
          <a:custGeom>
            <a:avLst/>
            <a:gdLst/>
            <a:ahLst/>
            <a:cxnLst/>
            <a:rect l="l" t="t" r="r" b="b"/>
            <a:pathLst>
              <a:path w="4713922" h="5759450">
                <a:moveTo>
                  <a:pt x="0" y="0"/>
                </a:moveTo>
                <a:lnTo>
                  <a:pt x="4713922" y="0"/>
                </a:lnTo>
                <a:lnTo>
                  <a:pt x="4713922" y="5759450"/>
                </a:lnTo>
                <a:lnTo>
                  <a:pt x="0" y="5759450"/>
                </a:lnTo>
                <a:close/>
              </a:path>
            </a:pathLst>
          </a:custGeom>
        </p:spPr>
      </p:pic>
    </p:spTree>
    <p:extLst>
      <p:ext uri="{BB962C8B-B14F-4D97-AF65-F5344CB8AC3E}">
        <p14:creationId xmlns:p14="http://schemas.microsoft.com/office/powerpoint/2010/main" val="361242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6876B2-8EB3-416B-8D39-26754D06B0DD}"/>
              </a:ext>
            </a:extLst>
          </p:cNvPr>
          <p:cNvSpPr>
            <a:spLocks noGrp="1"/>
          </p:cNvSpPr>
          <p:nvPr>
            <p:ph type="title"/>
          </p:nvPr>
        </p:nvSpPr>
        <p:spPr>
          <a:xfrm>
            <a:off x="550863" y="549275"/>
            <a:ext cx="3565525" cy="5543549"/>
          </a:xfrm>
        </p:spPr>
        <p:txBody>
          <a:bodyPr wrap="square" anchor="ctr">
            <a:normAutofit/>
          </a:bodyPr>
          <a:lstStyle/>
          <a:p>
            <a:r>
              <a:rPr lang="en-PH" dirty="0"/>
              <a:t>View on Data</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74304F3-CBFD-4AEA-890F-1AA11B1ED121}"/>
              </a:ext>
            </a:extLst>
          </p:cNvPr>
          <p:cNvGraphicFramePr>
            <a:graphicFrameLocks noGrp="1"/>
          </p:cNvGraphicFramePr>
          <p:nvPr>
            <p:ph idx="1"/>
            <p:extLst>
              <p:ext uri="{D42A27DB-BD31-4B8C-83A1-F6EECF244321}">
                <p14:modId xmlns:p14="http://schemas.microsoft.com/office/powerpoint/2010/main" val="3891386865"/>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0752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1BDF1A-0FD7-4BD9-9D01-9BD874F7E6C3}"/>
              </a:ext>
            </a:extLst>
          </p:cNvPr>
          <p:cNvSpPr>
            <a:spLocks noGrp="1"/>
          </p:cNvSpPr>
          <p:nvPr>
            <p:ph type="title"/>
          </p:nvPr>
        </p:nvSpPr>
        <p:spPr>
          <a:xfrm>
            <a:off x="550863" y="549275"/>
            <a:ext cx="3565525" cy="5543549"/>
          </a:xfrm>
        </p:spPr>
        <p:txBody>
          <a:bodyPr wrap="square" anchor="ctr">
            <a:normAutofit/>
          </a:bodyPr>
          <a:lstStyle/>
          <a:p>
            <a:r>
              <a:rPr lang="en-PH"/>
              <a:t>Avoiding failure</a:t>
            </a:r>
            <a:endParaRPr lang="en-PH" dirty="0"/>
          </a:p>
        </p:txBody>
      </p:sp>
      <p:sp>
        <p:nvSpPr>
          <p:cNvPr id="15"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DB5EC2B-6861-4516-8A53-D3A5D97BEB5E}"/>
              </a:ext>
            </a:extLst>
          </p:cNvPr>
          <p:cNvGraphicFramePr>
            <a:graphicFrameLocks noGrp="1"/>
          </p:cNvGraphicFramePr>
          <p:nvPr>
            <p:ph idx="1"/>
            <p:extLst>
              <p:ext uri="{D42A27DB-BD31-4B8C-83A1-F6EECF244321}">
                <p14:modId xmlns:p14="http://schemas.microsoft.com/office/powerpoint/2010/main" val="907951168"/>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8697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1F3763-002C-47C6-B867-06640F71C52F}"/>
              </a:ext>
            </a:extLst>
          </p:cNvPr>
          <p:cNvSpPr>
            <a:spLocks noGrp="1"/>
          </p:cNvSpPr>
          <p:nvPr>
            <p:ph type="title"/>
          </p:nvPr>
        </p:nvSpPr>
        <p:spPr>
          <a:xfrm>
            <a:off x="550863" y="549275"/>
            <a:ext cx="5437185" cy="1997855"/>
          </a:xfrm>
        </p:spPr>
        <p:txBody>
          <a:bodyPr wrap="square" anchor="b">
            <a:normAutofit/>
          </a:bodyPr>
          <a:lstStyle/>
          <a:p>
            <a:r>
              <a:rPr lang="en-PH" dirty="0"/>
              <a:t>Data Modelling and Data Models</a:t>
            </a:r>
          </a:p>
        </p:txBody>
      </p:sp>
      <p:sp>
        <p:nvSpPr>
          <p:cNvPr id="3" name="Content Placeholder 2">
            <a:extLst>
              <a:ext uri="{FF2B5EF4-FFF2-40B4-BE49-F238E27FC236}">
                <a16:creationId xmlns:a16="http://schemas.microsoft.com/office/drawing/2014/main" id="{E9AB70AA-B09D-4EDB-A94B-8237D967B8DE}"/>
              </a:ext>
            </a:extLst>
          </p:cNvPr>
          <p:cNvSpPr>
            <a:spLocks noGrp="1"/>
          </p:cNvSpPr>
          <p:nvPr>
            <p:ph idx="1"/>
          </p:nvPr>
        </p:nvSpPr>
        <p:spPr>
          <a:xfrm>
            <a:off x="550863" y="2677306"/>
            <a:ext cx="5820409" cy="3415519"/>
          </a:xfrm>
        </p:spPr>
        <p:txBody>
          <a:bodyPr anchor="t">
            <a:normAutofit/>
          </a:bodyPr>
          <a:lstStyle/>
          <a:p>
            <a:r>
              <a:rPr lang="en-US" sz="2800" b="0" i="0" dirty="0">
                <a:effectLst/>
                <a:latin typeface="Lato Extended"/>
              </a:rPr>
              <a:t>Database design focuses on how the database structure will be used to store and manage end-user data.</a:t>
            </a:r>
            <a:endParaRPr lang="en-PH" sz="2800" dirty="0"/>
          </a:p>
        </p:txBody>
      </p:sp>
      <p:pic>
        <p:nvPicPr>
          <p:cNvPr id="7" name="Graphic 6" descr="Database">
            <a:extLst>
              <a:ext uri="{FF2B5EF4-FFF2-40B4-BE49-F238E27FC236}">
                <a16:creationId xmlns:a16="http://schemas.microsoft.com/office/drawing/2014/main" id="{F793BFAD-CF7D-477E-A707-419D47FEB5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4675" y="1072039"/>
            <a:ext cx="4713922" cy="4713922"/>
          </a:xfrm>
          <a:custGeom>
            <a:avLst/>
            <a:gdLst/>
            <a:ahLst/>
            <a:cxnLst/>
            <a:rect l="l" t="t" r="r" b="b"/>
            <a:pathLst>
              <a:path w="4713922" h="5759450">
                <a:moveTo>
                  <a:pt x="0" y="0"/>
                </a:moveTo>
                <a:lnTo>
                  <a:pt x="4713922" y="0"/>
                </a:lnTo>
                <a:lnTo>
                  <a:pt x="4713922" y="5759450"/>
                </a:lnTo>
                <a:lnTo>
                  <a:pt x="0" y="5759450"/>
                </a:lnTo>
                <a:close/>
              </a:path>
            </a:pathLst>
          </a:custGeom>
        </p:spPr>
      </p:pic>
    </p:spTree>
    <p:extLst>
      <p:ext uri="{BB962C8B-B14F-4D97-AF65-F5344CB8AC3E}">
        <p14:creationId xmlns:p14="http://schemas.microsoft.com/office/powerpoint/2010/main" val="3059546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B256BD-C68E-43C2-B06A-F39B210905FF}"/>
              </a:ext>
            </a:extLst>
          </p:cNvPr>
          <p:cNvSpPr>
            <a:spLocks noGrp="1"/>
          </p:cNvSpPr>
          <p:nvPr>
            <p:ph type="title"/>
          </p:nvPr>
        </p:nvSpPr>
        <p:spPr>
          <a:xfrm>
            <a:off x="550863" y="549275"/>
            <a:ext cx="3565525" cy="5543549"/>
          </a:xfrm>
        </p:spPr>
        <p:txBody>
          <a:bodyPr wrap="square" anchor="ctr">
            <a:normAutofit/>
          </a:bodyPr>
          <a:lstStyle/>
          <a:p>
            <a:r>
              <a:rPr lang="en-PH" dirty="0"/>
              <a:t>Data Modelling</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6C580F9-FB39-48D9-BAFC-7432EC148B4E}"/>
              </a:ext>
            </a:extLst>
          </p:cNvPr>
          <p:cNvGraphicFramePr>
            <a:graphicFrameLocks noGrp="1"/>
          </p:cNvGraphicFramePr>
          <p:nvPr>
            <p:ph idx="1"/>
            <p:extLst>
              <p:ext uri="{D42A27DB-BD31-4B8C-83A1-F6EECF244321}">
                <p14:modId xmlns:p14="http://schemas.microsoft.com/office/powerpoint/2010/main" val="1548004369"/>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9666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1EEB2-9C6B-4751-A441-DF0E93CD9C7C}"/>
              </a:ext>
            </a:extLst>
          </p:cNvPr>
          <p:cNvSpPr>
            <a:spLocks noGrp="1"/>
          </p:cNvSpPr>
          <p:nvPr>
            <p:ph type="title"/>
          </p:nvPr>
        </p:nvSpPr>
        <p:spPr>
          <a:xfrm>
            <a:off x="550863" y="549275"/>
            <a:ext cx="3565525" cy="5543549"/>
          </a:xfrm>
        </p:spPr>
        <p:txBody>
          <a:bodyPr wrap="square" anchor="ctr">
            <a:normAutofit/>
          </a:bodyPr>
          <a:lstStyle/>
          <a:p>
            <a:endParaRPr lang="en-PH"/>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4F36DF1-6CCD-421C-8056-AE0DD34BC09F}"/>
              </a:ext>
            </a:extLst>
          </p:cNvPr>
          <p:cNvGraphicFramePr>
            <a:graphicFrameLocks noGrp="1"/>
          </p:cNvGraphicFramePr>
          <p:nvPr>
            <p:ph idx="1"/>
            <p:extLst>
              <p:ext uri="{D42A27DB-BD31-4B8C-83A1-F6EECF244321}">
                <p14:modId xmlns:p14="http://schemas.microsoft.com/office/powerpoint/2010/main" val="3259686735"/>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9778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FBE32-0338-430F-BB2E-32ECBED5887D}"/>
              </a:ext>
            </a:extLst>
          </p:cNvPr>
          <p:cNvSpPr>
            <a:spLocks noGrp="1"/>
          </p:cNvSpPr>
          <p:nvPr>
            <p:ph type="title"/>
          </p:nvPr>
        </p:nvSpPr>
        <p:spPr>
          <a:xfrm>
            <a:off x="3359149" y="1520825"/>
            <a:ext cx="8281987" cy="1333057"/>
          </a:xfrm>
        </p:spPr>
        <p:txBody>
          <a:bodyPr wrap="square" anchor="t">
            <a:normAutofit/>
          </a:bodyPr>
          <a:lstStyle/>
          <a:p>
            <a:pPr>
              <a:lnSpc>
                <a:spcPct val="90000"/>
              </a:lnSpc>
            </a:pPr>
            <a:r>
              <a:rPr lang="en-US" b="1" i="0">
                <a:effectLst/>
                <a:latin typeface="Lato Extended"/>
              </a:rPr>
              <a:t>Data modeling</a:t>
            </a:r>
            <a:r>
              <a:rPr lang="en-US" b="0" i="0">
                <a:effectLst/>
                <a:latin typeface="Lato Extended"/>
              </a:rPr>
              <a:t> is an iterative, progressive process.</a:t>
            </a:r>
            <a:endParaRPr lang="en-PH"/>
          </a:p>
        </p:txBody>
      </p:sp>
      <p:sp>
        <p:nvSpPr>
          <p:cNvPr id="10" name="Oval 9">
            <a:extLst>
              <a:ext uri="{FF2B5EF4-FFF2-40B4-BE49-F238E27FC236}">
                <a16:creationId xmlns:a16="http://schemas.microsoft.com/office/drawing/2014/main" id="{4EC6425F-E8EE-490A-BF3A-601C9A5EF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15959" y="2187353"/>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Freeform: Shape 11">
            <a:extLst>
              <a:ext uri="{FF2B5EF4-FFF2-40B4-BE49-F238E27FC236}">
                <a16:creationId xmlns:a16="http://schemas.microsoft.com/office/drawing/2014/main" id="{C493A507-59A1-4B5A-A52D-933516EEC3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373008" y="4919835"/>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96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Freeform: Shape 13">
            <a:extLst>
              <a:ext uri="{FF2B5EF4-FFF2-40B4-BE49-F238E27FC236}">
                <a16:creationId xmlns:a16="http://schemas.microsoft.com/office/drawing/2014/main" id="{2EF1810E-C1C8-44A5-ADCF-24B4EAA1D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476583" y="4760475"/>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75000"/>
              <a:lumOff val="25000"/>
              <a:alpha val="6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 name="Oval 15">
            <a:extLst>
              <a:ext uri="{FF2B5EF4-FFF2-40B4-BE49-F238E27FC236}">
                <a16:creationId xmlns:a16="http://schemas.microsoft.com/office/drawing/2014/main" id="{6B180A47-07F3-45CF-91AB-5F26C83AB7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1085139" y="4330312"/>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Oval 17">
            <a:extLst>
              <a:ext uri="{FF2B5EF4-FFF2-40B4-BE49-F238E27FC236}">
                <a16:creationId xmlns:a16="http://schemas.microsoft.com/office/drawing/2014/main" id="{7A7405C2-5931-4635-A369-516BE02E3F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2066166" y="5311337"/>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481B2039-1A62-48EB-94F3-2E31651690BE}"/>
              </a:ext>
            </a:extLst>
          </p:cNvPr>
          <p:cNvSpPr>
            <a:spLocks noGrp="1"/>
          </p:cNvSpPr>
          <p:nvPr>
            <p:ph idx="1"/>
          </p:nvPr>
        </p:nvSpPr>
        <p:spPr>
          <a:xfrm>
            <a:off x="3377566" y="3052367"/>
            <a:ext cx="8077834" cy="3040458"/>
          </a:xfrm>
        </p:spPr>
        <p:txBody>
          <a:bodyPr anchor="t">
            <a:normAutofit fontScale="85000" lnSpcReduction="10000"/>
          </a:bodyPr>
          <a:lstStyle/>
          <a:p>
            <a:pPr>
              <a:lnSpc>
                <a:spcPct val="100000"/>
              </a:lnSpc>
            </a:pPr>
            <a:r>
              <a:rPr lang="en-US" sz="2400" dirty="0">
                <a:latin typeface="Lato Extended"/>
              </a:rPr>
              <a:t>S</a:t>
            </a:r>
            <a:r>
              <a:rPr lang="en-US" sz="2400" b="0" i="0" dirty="0">
                <a:effectLst/>
                <a:latin typeface="Lato Extended"/>
              </a:rPr>
              <a:t>tart with a simple understanding of the problem domain, and as your understanding increases, so does the level of detail of the data model.</a:t>
            </a:r>
          </a:p>
          <a:p>
            <a:pPr>
              <a:lnSpc>
                <a:spcPct val="100000"/>
              </a:lnSpc>
            </a:pPr>
            <a:r>
              <a:rPr lang="en-US" sz="2400" b="0" i="0" dirty="0">
                <a:effectLst/>
                <a:latin typeface="Lato Extended"/>
              </a:rPr>
              <a:t>When done properly, the final data model eﬀectively is a “blueprint” with all the instructions to build a database that will meet all end-user requirements.</a:t>
            </a:r>
          </a:p>
          <a:p>
            <a:pPr>
              <a:lnSpc>
                <a:spcPct val="100000"/>
              </a:lnSpc>
            </a:pPr>
            <a:r>
              <a:rPr lang="en-US" sz="2400" b="0" i="0" dirty="0">
                <a:effectLst/>
                <a:latin typeface="Lato Extended"/>
              </a:rPr>
              <a:t>This blueprint is narrative and graphical in nature, meaning that it contains both text descriptions in plain, unambiguous language and clear, useful diagrams depicting the main data elements.</a:t>
            </a:r>
            <a:endParaRPr lang="en-PH" sz="2400" dirty="0"/>
          </a:p>
        </p:txBody>
      </p:sp>
    </p:spTree>
    <p:extLst>
      <p:ext uri="{BB962C8B-B14F-4D97-AF65-F5344CB8AC3E}">
        <p14:creationId xmlns:p14="http://schemas.microsoft.com/office/powerpoint/2010/main" val="1077350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13BD89-2A34-4A59-A5FA-7A7185B66711}"/>
              </a:ext>
            </a:extLst>
          </p:cNvPr>
          <p:cNvSpPr>
            <a:spLocks noGrp="1"/>
          </p:cNvSpPr>
          <p:nvPr>
            <p:ph type="title"/>
          </p:nvPr>
        </p:nvSpPr>
        <p:spPr>
          <a:xfrm>
            <a:off x="550863" y="549275"/>
            <a:ext cx="3565525" cy="5543549"/>
          </a:xfrm>
        </p:spPr>
        <p:txBody>
          <a:bodyPr wrap="square" anchor="ctr">
            <a:normAutofit/>
          </a:bodyPr>
          <a:lstStyle/>
          <a:p>
            <a:r>
              <a:rPr lang="en-PH" dirty="0"/>
              <a:t>Importance of Data Models</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F13F884-15FC-4578-9C54-DE3214667B98}"/>
              </a:ext>
            </a:extLst>
          </p:cNvPr>
          <p:cNvGraphicFramePr>
            <a:graphicFrameLocks noGrp="1"/>
          </p:cNvGraphicFramePr>
          <p:nvPr>
            <p:ph idx="1"/>
            <p:extLst>
              <p:ext uri="{D42A27DB-BD31-4B8C-83A1-F6EECF244321}">
                <p14:modId xmlns:p14="http://schemas.microsoft.com/office/powerpoint/2010/main" val="4328172"/>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1928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9741D6-2CBB-4DBD-ACFC-54E7352A807C}"/>
              </a:ext>
            </a:extLst>
          </p:cNvPr>
          <p:cNvSpPr>
            <a:spLocks noGrp="1"/>
          </p:cNvSpPr>
          <p:nvPr>
            <p:ph type="title"/>
          </p:nvPr>
        </p:nvSpPr>
        <p:spPr>
          <a:xfrm>
            <a:off x="550863" y="1520825"/>
            <a:ext cx="4535487" cy="3779838"/>
          </a:xfrm>
        </p:spPr>
        <p:txBody>
          <a:bodyPr anchor="ctr">
            <a:normAutofit/>
          </a:bodyPr>
          <a:lstStyle/>
          <a:p>
            <a:pPr>
              <a:lnSpc>
                <a:spcPct val="90000"/>
              </a:lnSpc>
            </a:pPr>
            <a:r>
              <a:rPr lang="en-PH" sz="6400"/>
              <a:t>Data Model Basic Building Blocks</a:t>
            </a:r>
          </a:p>
        </p:txBody>
      </p:sp>
      <p:grpSp>
        <p:nvGrpSpPr>
          <p:cNvPr id="11" name="Group 10">
            <a:extLst>
              <a:ext uri="{FF2B5EF4-FFF2-40B4-BE49-F238E27FC236}">
                <a16:creationId xmlns:a16="http://schemas.microsoft.com/office/drawing/2014/main" id="{20205E53-D75C-4F15-A4A3-21DA0826FC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2950" y="623661"/>
            <a:ext cx="667800" cy="631474"/>
            <a:chOff x="8069541" y="1262702"/>
            <a:chExt cx="667800" cy="631474"/>
          </a:xfrm>
        </p:grpSpPr>
        <p:sp>
          <p:nvSpPr>
            <p:cNvPr id="12" name="Freeform: Shape 11">
              <a:extLst>
                <a:ext uri="{FF2B5EF4-FFF2-40B4-BE49-F238E27FC236}">
                  <a16:creationId xmlns:a16="http://schemas.microsoft.com/office/drawing/2014/main" id="{EB48C7E5-9699-4FB1-9EEE-581C686293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a:off x="8069541" y="1262702"/>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127000" dist="50800" dir="42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316993F2-7052-4269-8B81-AC271D2D99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332341" y="1436239"/>
              <a:ext cx="270000" cy="540000"/>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Oval 14">
            <a:extLst>
              <a:ext uri="{FF2B5EF4-FFF2-40B4-BE49-F238E27FC236}">
                <a16:creationId xmlns:a16="http://schemas.microsoft.com/office/drawing/2014/main" id="{52D58DC7-20C8-4471-BAA7-B296A2AEC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384" y="49771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Freeform: Shape 16">
            <a:extLst>
              <a:ext uri="{FF2B5EF4-FFF2-40B4-BE49-F238E27FC236}">
                <a16:creationId xmlns:a16="http://schemas.microsoft.com/office/drawing/2014/main" id="{8E4AABAC-100B-437F-86D3-981412859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3261346" y="5733597"/>
            <a:ext cx="1758388" cy="926985"/>
          </a:xfrm>
          <a:custGeom>
            <a:avLst/>
            <a:gdLst>
              <a:gd name="connsiteX0" fmla="*/ 1486881 w 1758388"/>
              <a:gd name="connsiteY0" fmla="*/ 271508 h 926985"/>
              <a:gd name="connsiteX1" fmla="*/ 1758388 w 1758388"/>
              <a:gd name="connsiteY1" fmla="*/ 926985 h 926985"/>
              <a:gd name="connsiteX2" fmla="*/ 1294895 w 1758388"/>
              <a:gd name="connsiteY2" fmla="*/ 926985 h 926985"/>
              <a:gd name="connsiteX3" fmla="*/ 831404 w 1758388"/>
              <a:gd name="connsiteY3" fmla="*/ 463493 h 926985"/>
              <a:gd name="connsiteX4" fmla="*/ 377328 w 1758388"/>
              <a:gd name="connsiteY4" fmla="*/ 833575 h 926985"/>
              <a:gd name="connsiteX5" fmla="*/ 371585 w 1758388"/>
              <a:gd name="connsiteY5" fmla="*/ 890552 h 926985"/>
              <a:gd name="connsiteX6" fmla="*/ 0 w 1758388"/>
              <a:gd name="connsiteY6" fmla="*/ 518968 h 926985"/>
              <a:gd name="connsiteX7" fmla="*/ 16301 w 1758388"/>
              <a:gd name="connsiteY7" fmla="*/ 485129 h 926985"/>
              <a:gd name="connsiteX8" fmla="*/ 831403 w 1758388"/>
              <a:gd name="connsiteY8" fmla="*/ 0 h 926985"/>
              <a:gd name="connsiteX9" fmla="*/ 1486881 w 1758388"/>
              <a:gd name="connsiteY9" fmla="*/ 271508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8388" h="926985">
                <a:moveTo>
                  <a:pt x="1486881" y="271508"/>
                </a:moveTo>
                <a:cubicBezTo>
                  <a:pt x="1654632" y="439259"/>
                  <a:pt x="1758388" y="671005"/>
                  <a:pt x="1758388" y="926985"/>
                </a:cubicBezTo>
                <a:lnTo>
                  <a:pt x="1294895" y="926985"/>
                </a:lnTo>
                <a:cubicBezTo>
                  <a:pt x="1294895" y="671005"/>
                  <a:pt x="1087383" y="463493"/>
                  <a:pt x="831404" y="463493"/>
                </a:cubicBezTo>
                <a:cubicBezTo>
                  <a:pt x="607421" y="463493"/>
                  <a:pt x="420547" y="622370"/>
                  <a:pt x="377328" y="833575"/>
                </a:cubicBezTo>
                <a:lnTo>
                  <a:pt x="371585" y="890552"/>
                </a:lnTo>
                <a:lnTo>
                  <a:pt x="0" y="518968"/>
                </a:lnTo>
                <a:lnTo>
                  <a:pt x="16301" y="485129"/>
                </a:lnTo>
                <a:cubicBezTo>
                  <a:pt x="173276" y="196165"/>
                  <a:pt x="479432" y="0"/>
                  <a:pt x="831403" y="0"/>
                </a:cubicBezTo>
                <a:cubicBezTo>
                  <a:pt x="1087383" y="0"/>
                  <a:pt x="1319129" y="103757"/>
                  <a:pt x="1486881" y="271508"/>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9" name="Freeform: Shape 18">
            <a:extLst>
              <a:ext uri="{FF2B5EF4-FFF2-40B4-BE49-F238E27FC236}">
                <a16:creationId xmlns:a16="http://schemas.microsoft.com/office/drawing/2014/main" id="{1DFD33E0-4D46-4176-BAE2-6AED15231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3353363" y="5725768"/>
            <a:ext cx="1728640" cy="1042921"/>
          </a:xfrm>
          <a:custGeom>
            <a:avLst/>
            <a:gdLst>
              <a:gd name="connsiteX0" fmla="*/ 1391304 w 1728640"/>
              <a:gd name="connsiteY0" fmla="*/ 238153 h 1042921"/>
              <a:gd name="connsiteX1" fmla="*/ 1728640 w 1728640"/>
              <a:gd name="connsiteY1" fmla="*/ 1042921 h 1042921"/>
              <a:gd name="connsiteX2" fmla="*/ 1265147 w 1728640"/>
              <a:gd name="connsiteY2" fmla="*/ 1042921 h 1042921"/>
              <a:gd name="connsiteX3" fmla="*/ 801655 w 1728640"/>
              <a:gd name="connsiteY3" fmla="*/ 521461 h 1042921"/>
              <a:gd name="connsiteX4" fmla="*/ 374587 w 1728640"/>
              <a:gd name="connsiteY4" fmla="*/ 839945 h 1042921"/>
              <a:gd name="connsiteX5" fmla="*/ 362576 w 1728640"/>
              <a:gd name="connsiteY5" fmla="*/ 883477 h 1042921"/>
              <a:gd name="connsiteX6" fmla="*/ 0 w 1728640"/>
              <a:gd name="connsiteY6" fmla="*/ 520901 h 1042921"/>
              <a:gd name="connsiteX7" fmla="*/ 32986 w 1728640"/>
              <a:gd name="connsiteY7" fmla="*/ 459814 h 1042921"/>
              <a:gd name="connsiteX8" fmla="*/ 801656 w 1728640"/>
              <a:gd name="connsiteY8" fmla="*/ 0 h 1042921"/>
              <a:gd name="connsiteX9" fmla="*/ 1391304 w 1728640"/>
              <a:gd name="connsiteY9" fmla="*/ 238153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8640" h="1042921">
                <a:moveTo>
                  <a:pt x="1391304" y="238153"/>
                </a:moveTo>
                <a:cubicBezTo>
                  <a:pt x="1597323" y="429440"/>
                  <a:pt x="1728640" y="718927"/>
                  <a:pt x="1728640" y="1042921"/>
                </a:cubicBezTo>
                <a:lnTo>
                  <a:pt x="1265147" y="1042921"/>
                </a:lnTo>
                <a:cubicBezTo>
                  <a:pt x="1265147" y="754926"/>
                  <a:pt x="1057635" y="521461"/>
                  <a:pt x="801655" y="521461"/>
                </a:cubicBezTo>
                <a:cubicBezTo>
                  <a:pt x="609671" y="521461"/>
                  <a:pt x="444949" y="652785"/>
                  <a:pt x="374587" y="839945"/>
                </a:cubicBezTo>
                <a:lnTo>
                  <a:pt x="362576" y="883477"/>
                </a:lnTo>
                <a:lnTo>
                  <a:pt x="0" y="520901"/>
                </a:lnTo>
                <a:lnTo>
                  <a:pt x="32986" y="459814"/>
                </a:lnTo>
                <a:cubicBezTo>
                  <a:pt x="199571" y="182395"/>
                  <a:pt x="481681" y="0"/>
                  <a:pt x="801656" y="0"/>
                </a:cubicBezTo>
                <a:cubicBezTo>
                  <a:pt x="1025638" y="0"/>
                  <a:pt x="1231066" y="89374"/>
                  <a:pt x="1391304" y="238153"/>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1" name="Oval 20">
            <a:extLst>
              <a:ext uri="{FF2B5EF4-FFF2-40B4-BE49-F238E27FC236}">
                <a16:creationId xmlns:a16="http://schemas.microsoft.com/office/drawing/2014/main" id="{022B5D87-7689-4E7F-B03A-7F803B5DF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872920" y="5836283"/>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0C5AA507-77BF-4F80-AABE-561BFA8DCE66}"/>
              </a:ext>
            </a:extLst>
          </p:cNvPr>
          <p:cNvGraphicFramePr>
            <a:graphicFrameLocks noGrp="1"/>
          </p:cNvGraphicFramePr>
          <p:nvPr>
            <p:ph idx="1"/>
            <p:extLst>
              <p:ext uri="{D42A27DB-BD31-4B8C-83A1-F6EECF244321}">
                <p14:modId xmlns:p14="http://schemas.microsoft.com/office/powerpoint/2010/main" val="759153543"/>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0290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255B15-7E69-42FA-AFBE-E1952B986891}"/>
              </a:ext>
            </a:extLst>
          </p:cNvPr>
          <p:cNvSpPr>
            <a:spLocks noGrp="1"/>
          </p:cNvSpPr>
          <p:nvPr>
            <p:ph type="title"/>
          </p:nvPr>
        </p:nvSpPr>
        <p:spPr>
          <a:xfrm>
            <a:off x="550863" y="550800"/>
            <a:ext cx="7308850" cy="986400"/>
          </a:xfrm>
        </p:spPr>
        <p:txBody>
          <a:bodyPr wrap="square" anchor="ctr">
            <a:normAutofit/>
          </a:bodyPr>
          <a:lstStyle/>
          <a:p>
            <a:r>
              <a:rPr lang="en-PH" dirty="0"/>
              <a:t>Entity</a:t>
            </a:r>
          </a:p>
        </p:txBody>
      </p:sp>
      <p:sp>
        <p:nvSpPr>
          <p:cNvPr id="14" name="Rectangle 10">
            <a:extLst>
              <a:ext uri="{FF2B5EF4-FFF2-40B4-BE49-F238E27FC236}">
                <a16:creationId xmlns:a16="http://schemas.microsoft.com/office/drawing/2014/main" id="{88392DC7-0988-443B-A0D0-E726C7DB62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83435"/>
            <a:ext cx="12192000" cy="4774564"/>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189F4293-511F-4F3A-9AB1-1DD3F5AB388F}"/>
              </a:ext>
            </a:extLst>
          </p:cNvPr>
          <p:cNvGraphicFramePr>
            <a:graphicFrameLocks noGrp="1"/>
          </p:cNvGraphicFramePr>
          <p:nvPr>
            <p:ph idx="1"/>
            <p:extLst>
              <p:ext uri="{D42A27DB-BD31-4B8C-83A1-F6EECF244321}">
                <p14:modId xmlns:p14="http://schemas.microsoft.com/office/powerpoint/2010/main" val="138355554"/>
              </p:ext>
            </p:extLst>
          </p:nvPr>
        </p:nvGraphicFramePr>
        <p:xfrm>
          <a:off x="550863" y="2624135"/>
          <a:ext cx="11090276" cy="3468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229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E1FAE6-5D16-4EC3-831B-37BE097869A6}"/>
              </a:ext>
            </a:extLst>
          </p:cNvPr>
          <p:cNvSpPr>
            <a:spLocks noGrp="1"/>
          </p:cNvSpPr>
          <p:nvPr>
            <p:ph type="title"/>
          </p:nvPr>
        </p:nvSpPr>
        <p:spPr>
          <a:xfrm>
            <a:off x="550863" y="549275"/>
            <a:ext cx="3565525" cy="5543549"/>
          </a:xfrm>
        </p:spPr>
        <p:txBody>
          <a:bodyPr wrap="square" anchor="ctr">
            <a:normAutofit/>
          </a:bodyPr>
          <a:lstStyle/>
          <a:p>
            <a:r>
              <a:rPr lang="en-PH" dirty="0"/>
              <a:t>Attribute</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9895426-DDEF-4E93-8246-5CCF3E7AAB19}"/>
              </a:ext>
            </a:extLst>
          </p:cNvPr>
          <p:cNvGraphicFramePr>
            <a:graphicFrameLocks noGrp="1"/>
          </p:cNvGraphicFramePr>
          <p:nvPr>
            <p:ph idx="1"/>
            <p:extLst>
              <p:ext uri="{D42A27DB-BD31-4B8C-83A1-F6EECF244321}">
                <p14:modId xmlns:p14="http://schemas.microsoft.com/office/powerpoint/2010/main" val="1960928273"/>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7094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4CBDBD-690E-42F5-9EA4-51370F53F9E1}"/>
              </a:ext>
            </a:extLst>
          </p:cNvPr>
          <p:cNvSpPr>
            <a:spLocks noGrp="1"/>
          </p:cNvSpPr>
          <p:nvPr>
            <p:ph type="title"/>
          </p:nvPr>
        </p:nvSpPr>
        <p:spPr>
          <a:xfrm>
            <a:off x="550863" y="549275"/>
            <a:ext cx="5437185" cy="1997855"/>
          </a:xfrm>
        </p:spPr>
        <p:txBody>
          <a:bodyPr wrap="square" anchor="b">
            <a:normAutofit/>
          </a:bodyPr>
          <a:lstStyle/>
          <a:p>
            <a:r>
              <a:rPr lang="en-PH" dirty="0"/>
              <a:t>Relationship</a:t>
            </a:r>
          </a:p>
        </p:txBody>
      </p:sp>
      <p:sp>
        <p:nvSpPr>
          <p:cNvPr id="3" name="Content Placeholder 2">
            <a:extLst>
              <a:ext uri="{FF2B5EF4-FFF2-40B4-BE49-F238E27FC236}">
                <a16:creationId xmlns:a16="http://schemas.microsoft.com/office/drawing/2014/main" id="{63DDDF8A-654D-4586-9527-128D2FA755B9}"/>
              </a:ext>
            </a:extLst>
          </p:cNvPr>
          <p:cNvSpPr>
            <a:spLocks noGrp="1"/>
          </p:cNvSpPr>
          <p:nvPr>
            <p:ph idx="1"/>
          </p:nvPr>
        </p:nvSpPr>
        <p:spPr>
          <a:xfrm>
            <a:off x="550863" y="2677306"/>
            <a:ext cx="6373812" cy="3631419"/>
          </a:xfrm>
        </p:spPr>
        <p:txBody>
          <a:bodyPr anchor="t">
            <a:normAutofit/>
          </a:bodyPr>
          <a:lstStyle/>
          <a:p>
            <a:r>
              <a:rPr lang="en-US" sz="3200" b="0" i="0" dirty="0">
                <a:effectLst/>
                <a:latin typeface="Lato Extended"/>
              </a:rPr>
              <a:t>A </a:t>
            </a:r>
            <a:r>
              <a:rPr lang="en-US" sz="3200" b="1" i="0" dirty="0">
                <a:effectLst/>
                <a:latin typeface="Lato Extended"/>
              </a:rPr>
              <a:t>relationship</a:t>
            </a:r>
            <a:r>
              <a:rPr lang="en-US" sz="3200" b="0" i="0" dirty="0">
                <a:effectLst/>
                <a:latin typeface="Lato Extended"/>
              </a:rPr>
              <a:t> describes an association among entities.</a:t>
            </a:r>
          </a:p>
          <a:p>
            <a:pPr lvl="1"/>
            <a:r>
              <a:rPr lang="en-US" sz="3200" dirty="0">
                <a:latin typeface="Lato Extended"/>
              </a:rPr>
              <a:t>One to Many</a:t>
            </a:r>
          </a:p>
          <a:p>
            <a:pPr lvl="1"/>
            <a:r>
              <a:rPr lang="en-US" sz="3200" dirty="0">
                <a:latin typeface="Lato Extended"/>
              </a:rPr>
              <a:t>Many to Many</a:t>
            </a:r>
          </a:p>
          <a:p>
            <a:pPr lvl="1"/>
            <a:r>
              <a:rPr lang="en-US" sz="3200" dirty="0">
                <a:latin typeface="Lato Extended"/>
              </a:rPr>
              <a:t>One to one</a:t>
            </a:r>
            <a:endParaRPr lang="en-PH" sz="3200" dirty="0"/>
          </a:p>
        </p:txBody>
      </p:sp>
      <p:pic>
        <p:nvPicPr>
          <p:cNvPr id="7" name="Graphic 6" descr="Relationship">
            <a:extLst>
              <a:ext uri="{FF2B5EF4-FFF2-40B4-BE49-F238E27FC236}">
                <a16:creationId xmlns:a16="http://schemas.microsoft.com/office/drawing/2014/main" id="{CC05B1AA-4663-498A-ABB6-347BA1FBA2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4675" y="1072039"/>
            <a:ext cx="4713922" cy="4713922"/>
          </a:xfrm>
          <a:custGeom>
            <a:avLst/>
            <a:gdLst/>
            <a:ahLst/>
            <a:cxnLst/>
            <a:rect l="l" t="t" r="r" b="b"/>
            <a:pathLst>
              <a:path w="4713922" h="5759450">
                <a:moveTo>
                  <a:pt x="0" y="0"/>
                </a:moveTo>
                <a:lnTo>
                  <a:pt x="4713922" y="0"/>
                </a:lnTo>
                <a:lnTo>
                  <a:pt x="4713922" y="5759450"/>
                </a:lnTo>
                <a:lnTo>
                  <a:pt x="0" y="5759450"/>
                </a:lnTo>
                <a:close/>
              </a:path>
            </a:pathLst>
          </a:custGeom>
        </p:spPr>
      </p:pic>
    </p:spTree>
    <p:extLst>
      <p:ext uri="{BB962C8B-B14F-4D97-AF65-F5344CB8AC3E}">
        <p14:creationId xmlns:p14="http://schemas.microsoft.com/office/powerpoint/2010/main" val="2664473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A3FA32-D4AB-4FC0-90C7-17C85FB0F6A0}"/>
              </a:ext>
            </a:extLst>
          </p:cNvPr>
          <p:cNvSpPr>
            <a:spLocks noGrp="1"/>
          </p:cNvSpPr>
          <p:nvPr>
            <p:ph type="title"/>
          </p:nvPr>
        </p:nvSpPr>
        <p:spPr>
          <a:xfrm>
            <a:off x="550863" y="549275"/>
            <a:ext cx="3565525" cy="5543549"/>
          </a:xfrm>
        </p:spPr>
        <p:txBody>
          <a:bodyPr wrap="square" anchor="ctr">
            <a:normAutofit/>
          </a:bodyPr>
          <a:lstStyle/>
          <a:p>
            <a:r>
              <a:rPr lang="en-PH" dirty="0"/>
              <a:t>Constraint</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85A0CB5-F202-4542-B92F-33790F669809}"/>
              </a:ext>
            </a:extLst>
          </p:cNvPr>
          <p:cNvGraphicFramePr>
            <a:graphicFrameLocks noGrp="1"/>
          </p:cNvGraphicFramePr>
          <p:nvPr>
            <p:ph idx="1"/>
            <p:extLst>
              <p:ext uri="{D42A27DB-BD31-4B8C-83A1-F6EECF244321}">
                <p14:modId xmlns:p14="http://schemas.microsoft.com/office/powerpoint/2010/main" val="4112062889"/>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3890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84CEB3-15EA-42E8-B1BD-4ACF196FC265}"/>
              </a:ext>
            </a:extLst>
          </p:cNvPr>
          <p:cNvSpPr>
            <a:spLocks noGrp="1"/>
          </p:cNvSpPr>
          <p:nvPr>
            <p:ph type="title"/>
          </p:nvPr>
        </p:nvSpPr>
        <p:spPr>
          <a:xfrm>
            <a:off x="3359149" y="1520825"/>
            <a:ext cx="8281987" cy="1333057"/>
          </a:xfrm>
        </p:spPr>
        <p:txBody>
          <a:bodyPr wrap="square" anchor="t">
            <a:normAutofit/>
          </a:bodyPr>
          <a:lstStyle/>
          <a:p>
            <a:r>
              <a:rPr lang="en-PH" dirty="0"/>
              <a:t>Business Rule </a:t>
            </a:r>
          </a:p>
        </p:txBody>
      </p:sp>
      <p:sp>
        <p:nvSpPr>
          <p:cNvPr id="10" name="Oval 9">
            <a:extLst>
              <a:ext uri="{FF2B5EF4-FFF2-40B4-BE49-F238E27FC236}">
                <a16:creationId xmlns:a16="http://schemas.microsoft.com/office/drawing/2014/main" id="{504E6BD3-B518-46A4-9CC0-30D095552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9157" y="158455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2" name="Group 11">
            <a:extLst>
              <a:ext uri="{FF2B5EF4-FFF2-40B4-BE49-F238E27FC236}">
                <a16:creationId xmlns:a16="http://schemas.microsoft.com/office/drawing/2014/main" id="{A31FBE92-3FC2-48E4-874B-A5273A0425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0526" y="2488515"/>
            <a:ext cx="1262947" cy="1335600"/>
            <a:chOff x="2678417" y="2427951"/>
            <a:chExt cx="1262947" cy="1335600"/>
          </a:xfrm>
        </p:grpSpPr>
        <p:sp>
          <p:nvSpPr>
            <p:cNvPr id="13" name="Freeform: Shape 12">
              <a:extLst>
                <a:ext uri="{FF2B5EF4-FFF2-40B4-BE49-F238E27FC236}">
                  <a16:creationId xmlns:a16="http://schemas.microsoft.com/office/drawing/2014/main" id="{4F7C333A-2381-4657-ACDA-47654B21FA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74A5CCC1-7BBD-4F00-82CF-C7683D9FF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6" name="Freeform: Shape 15">
            <a:extLst>
              <a:ext uri="{FF2B5EF4-FFF2-40B4-BE49-F238E27FC236}">
                <a16:creationId xmlns:a16="http://schemas.microsoft.com/office/drawing/2014/main" id="{A0DAEA90-11E9-4069-BC2C-6F65C6C1C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8600937" y="4090109"/>
            <a:ext cx="3682485" cy="1853969"/>
          </a:xfrm>
          <a:custGeom>
            <a:avLst/>
            <a:gdLst>
              <a:gd name="connsiteX0" fmla="*/ 3682485 w 3682485"/>
              <a:gd name="connsiteY0" fmla="*/ 1853969 h 1853969"/>
              <a:gd name="connsiteX1" fmla="*/ 2755500 w 3682485"/>
              <a:gd name="connsiteY1" fmla="*/ 1853969 h 1853969"/>
              <a:gd name="connsiteX2" fmla="*/ 1828517 w 3682485"/>
              <a:gd name="connsiteY2" fmla="*/ 926985 h 1853969"/>
              <a:gd name="connsiteX3" fmla="*/ 901534 w 3682485"/>
              <a:gd name="connsiteY3" fmla="*/ 1853969 h 1853969"/>
              <a:gd name="connsiteX4" fmla="*/ 293606 w 3682485"/>
              <a:gd name="connsiteY4" fmla="*/ 1853969 h 1853969"/>
              <a:gd name="connsiteX5" fmla="*/ 0 w 3682485"/>
              <a:gd name="connsiteY5" fmla="*/ 1560363 h 1853969"/>
              <a:gd name="connsiteX6" fmla="*/ 12215 w 3682485"/>
              <a:gd name="connsiteY6" fmla="*/ 1480329 h 1853969"/>
              <a:gd name="connsiteX7" fmla="*/ 1828517 w 3682485"/>
              <a:gd name="connsiteY7" fmla="*/ 0 h 1853969"/>
              <a:gd name="connsiteX8" fmla="*/ 3682485 w 3682485"/>
              <a:gd name="connsiteY8"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2485" h="1853969">
                <a:moveTo>
                  <a:pt x="3682485" y="1853969"/>
                </a:moveTo>
                <a:lnTo>
                  <a:pt x="2755500" y="1853969"/>
                </a:lnTo>
                <a:cubicBezTo>
                  <a:pt x="2755500" y="1342010"/>
                  <a:pt x="2340476" y="926985"/>
                  <a:pt x="1828517" y="926985"/>
                </a:cubicBezTo>
                <a:cubicBezTo>
                  <a:pt x="1316558" y="926985"/>
                  <a:pt x="901534" y="1342010"/>
                  <a:pt x="901534" y="1853969"/>
                </a:cubicBezTo>
                <a:lnTo>
                  <a:pt x="293606" y="1853969"/>
                </a:lnTo>
                <a:lnTo>
                  <a:pt x="0" y="1560363"/>
                </a:lnTo>
                <a:lnTo>
                  <a:pt x="12215" y="1480329"/>
                </a:lnTo>
                <a:cubicBezTo>
                  <a:pt x="185091" y="635508"/>
                  <a:pt x="932589" y="0"/>
                  <a:pt x="1828517" y="0"/>
                </a:cubicBezTo>
                <a:cubicBezTo>
                  <a:pt x="2852434" y="0"/>
                  <a:pt x="3682485" y="830051"/>
                  <a:pt x="368248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508000" dist="101600" dir="96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E0E8189B-747E-48AE-99A9-1BEE680125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8711129" y="3843994"/>
            <a:ext cx="3644147" cy="2149759"/>
          </a:xfrm>
          <a:custGeom>
            <a:avLst/>
            <a:gdLst>
              <a:gd name="connsiteX0" fmla="*/ 3644147 w 3644147"/>
              <a:gd name="connsiteY0" fmla="*/ 2149759 h 2149759"/>
              <a:gd name="connsiteX1" fmla="*/ 2717163 w 3644147"/>
              <a:gd name="connsiteY1" fmla="*/ 2149759 h 2149759"/>
              <a:gd name="connsiteX2" fmla="*/ 1790179 w 3644147"/>
              <a:gd name="connsiteY2" fmla="*/ 1074881 h 2149759"/>
              <a:gd name="connsiteX3" fmla="*/ 863196 w 3644147"/>
              <a:gd name="connsiteY3" fmla="*/ 2149759 h 2149759"/>
              <a:gd name="connsiteX4" fmla="*/ 551057 w 3644147"/>
              <a:gd name="connsiteY4" fmla="*/ 2149759 h 2149759"/>
              <a:gd name="connsiteX5" fmla="*/ 0 w 3644147"/>
              <a:gd name="connsiteY5" fmla="*/ 1598702 h 2149759"/>
              <a:gd name="connsiteX6" fmla="*/ 19562 w 3644147"/>
              <a:gd name="connsiteY6" fmla="*/ 1510486 h 2149759"/>
              <a:gd name="connsiteX7" fmla="*/ 1790179 w 3644147"/>
              <a:gd name="connsiteY7" fmla="*/ 0 h 2149759"/>
              <a:gd name="connsiteX8" fmla="*/ 3644147 w 3644147"/>
              <a:gd name="connsiteY8" fmla="*/ 2149759 h 2149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4147" h="2149759">
                <a:moveTo>
                  <a:pt x="3644147" y="2149759"/>
                </a:moveTo>
                <a:lnTo>
                  <a:pt x="2717163" y="2149759"/>
                </a:lnTo>
                <a:cubicBezTo>
                  <a:pt x="2717162" y="1556120"/>
                  <a:pt x="2302138" y="1074880"/>
                  <a:pt x="1790179" y="1074881"/>
                </a:cubicBezTo>
                <a:cubicBezTo>
                  <a:pt x="1278220" y="1074880"/>
                  <a:pt x="863196" y="1556119"/>
                  <a:pt x="863196" y="2149759"/>
                </a:cubicBezTo>
                <a:lnTo>
                  <a:pt x="551057" y="2149759"/>
                </a:lnTo>
                <a:lnTo>
                  <a:pt x="0" y="1598702"/>
                </a:lnTo>
                <a:lnTo>
                  <a:pt x="19562" y="1510486"/>
                </a:lnTo>
                <a:cubicBezTo>
                  <a:pt x="254295" y="635388"/>
                  <a:pt x="958246" y="0"/>
                  <a:pt x="1790179" y="0"/>
                </a:cubicBezTo>
                <a:cubicBezTo>
                  <a:pt x="2814097" y="0"/>
                  <a:pt x="3644147" y="962481"/>
                  <a:pt x="3644147" y="2149759"/>
                </a:cubicBezTo>
                <a:close/>
              </a:path>
            </a:pathLst>
          </a:custGeom>
          <a:solidFill>
            <a:schemeClr val="bg2">
              <a:lumMod val="50000"/>
              <a:lumOff val="50000"/>
              <a:alpha val="6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Content Placeholder 2">
            <a:extLst>
              <a:ext uri="{FF2B5EF4-FFF2-40B4-BE49-F238E27FC236}">
                <a16:creationId xmlns:a16="http://schemas.microsoft.com/office/drawing/2014/main" id="{99194161-4C44-4039-B2F4-7A0FE469E406}"/>
              </a:ext>
            </a:extLst>
          </p:cNvPr>
          <p:cNvSpPr>
            <a:spLocks noGrp="1"/>
          </p:cNvSpPr>
          <p:nvPr>
            <p:ph idx="1"/>
          </p:nvPr>
        </p:nvSpPr>
        <p:spPr>
          <a:xfrm>
            <a:off x="1930357" y="3052366"/>
            <a:ext cx="7402895" cy="3373833"/>
          </a:xfrm>
        </p:spPr>
        <p:txBody>
          <a:bodyPr anchor="t">
            <a:normAutofit/>
          </a:bodyPr>
          <a:lstStyle/>
          <a:p>
            <a:r>
              <a:rPr lang="en-US" sz="2400" b="0" i="0" dirty="0">
                <a:effectLst/>
                <a:latin typeface="Lato Extended"/>
              </a:rPr>
              <a:t>A </a:t>
            </a:r>
            <a:r>
              <a:rPr lang="en-US" sz="2400" b="1" i="0" dirty="0">
                <a:effectLst/>
                <a:latin typeface="Lato Extended"/>
              </a:rPr>
              <a:t>business rule </a:t>
            </a:r>
            <a:r>
              <a:rPr lang="en-US" sz="2400" b="0" i="0" dirty="0">
                <a:effectLst/>
                <a:latin typeface="Lato Extended"/>
              </a:rPr>
              <a:t>is a brief, precise, and unambiguous description of a policy, procedure, or principle within a specific organization.</a:t>
            </a:r>
          </a:p>
          <a:p>
            <a:pPr lvl="1"/>
            <a:r>
              <a:rPr lang="en-US" sz="2400" b="0" i="0" dirty="0">
                <a:effectLst/>
                <a:latin typeface="Lato Extended"/>
              </a:rPr>
              <a:t>• A customer may generate many invoices.</a:t>
            </a:r>
            <a:br>
              <a:rPr lang="en-US" sz="2400" dirty="0"/>
            </a:br>
            <a:r>
              <a:rPr lang="en-US" sz="2400" b="0" i="0" dirty="0">
                <a:effectLst/>
                <a:latin typeface="Lato Extended"/>
              </a:rPr>
              <a:t>• An invoice is generated by only one customer.</a:t>
            </a:r>
            <a:br>
              <a:rPr lang="en-US" sz="2400" dirty="0"/>
            </a:br>
            <a:r>
              <a:rPr lang="en-US" sz="2400" b="0" i="0" dirty="0">
                <a:effectLst/>
                <a:latin typeface="Lato Extended"/>
              </a:rPr>
              <a:t>• A training session cannot be scheduled for fewer than 10 employees or for more than 30 employees.</a:t>
            </a:r>
            <a:endParaRPr lang="en-PH" sz="2400" dirty="0"/>
          </a:p>
        </p:txBody>
      </p:sp>
      <p:sp>
        <p:nvSpPr>
          <p:cNvPr id="20" name="Oval 19">
            <a:extLst>
              <a:ext uri="{FF2B5EF4-FFF2-40B4-BE49-F238E27FC236}">
                <a16:creationId xmlns:a16="http://schemas.microsoft.com/office/drawing/2014/main" id="{D9DE43D0-73AC-46B4-A39F-E66967A1F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flipH="1" flipV="1">
            <a:off x="10021470" y="292006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Freeform: Shape 21">
            <a:extLst>
              <a:ext uri="{FF2B5EF4-FFF2-40B4-BE49-F238E27FC236}">
                <a16:creationId xmlns:a16="http://schemas.microsoft.com/office/drawing/2014/main" id="{803C343E-7EAC-4512-955A-33B1833F2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flipH="1" flipV="1">
            <a:off x="11901768" y="4915975"/>
            <a:ext cx="214196" cy="701949"/>
          </a:xfrm>
          <a:custGeom>
            <a:avLst/>
            <a:gdLst>
              <a:gd name="connsiteX0" fmla="*/ 128682 w 214196"/>
              <a:gd name="connsiteY0" fmla="*/ 9479 h 701949"/>
              <a:gd name="connsiteX1" fmla="*/ 214196 w 214196"/>
              <a:gd name="connsiteY1" fmla="*/ 466589 h 701949"/>
              <a:gd name="connsiteX2" fmla="*/ 213337 w 214196"/>
              <a:gd name="connsiteY2" fmla="*/ 503724 h 701949"/>
              <a:gd name="connsiteX3" fmla="*/ 15112 w 214196"/>
              <a:gd name="connsiteY3" fmla="*/ 701949 h 701949"/>
              <a:gd name="connsiteX4" fmla="*/ 8417 w 214196"/>
              <a:gd name="connsiteY4" fmla="*/ 648207 h 701949"/>
              <a:gd name="connsiteX5" fmla="*/ 0 w 214196"/>
              <a:gd name="connsiteY5" fmla="*/ 466589 h 701949"/>
              <a:gd name="connsiteX6" fmla="*/ 107098 w 214196"/>
              <a:gd name="connsiteY6" fmla="*/ 0 h 701949"/>
              <a:gd name="connsiteX7" fmla="*/ 128682 w 214196"/>
              <a:gd name="connsiteY7" fmla="*/ 9479 h 70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196" h="701949">
                <a:moveTo>
                  <a:pt x="128682" y="9479"/>
                </a:moveTo>
                <a:cubicBezTo>
                  <a:pt x="177485" y="52987"/>
                  <a:pt x="214196" y="241110"/>
                  <a:pt x="214196" y="466589"/>
                </a:cubicBezTo>
                <a:lnTo>
                  <a:pt x="213337" y="503724"/>
                </a:lnTo>
                <a:lnTo>
                  <a:pt x="15112" y="701949"/>
                </a:lnTo>
                <a:lnTo>
                  <a:pt x="8417" y="648207"/>
                </a:lnTo>
                <a:cubicBezTo>
                  <a:pt x="2997" y="592384"/>
                  <a:pt x="0" y="531011"/>
                  <a:pt x="0" y="466589"/>
                </a:cubicBezTo>
                <a:cubicBezTo>
                  <a:pt x="0" y="208899"/>
                  <a:pt x="47949" y="0"/>
                  <a:pt x="107098" y="0"/>
                </a:cubicBezTo>
                <a:cubicBezTo>
                  <a:pt x="114492" y="0"/>
                  <a:pt x="121710" y="3264"/>
                  <a:pt x="128682" y="9479"/>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006575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13">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Oval 15">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8" name="Group 17">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9" name="Freeform: Shape 18">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Oval 21">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4" name="Rectangle 23">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8A00A08-E4E6-4184-B484-E0E034072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171" y="13882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oup 27">
            <a:extLst>
              <a:ext uri="{FF2B5EF4-FFF2-40B4-BE49-F238E27FC236}">
                <a16:creationId xmlns:a16="http://schemas.microsoft.com/office/drawing/2014/main" id="{0780E404-3121-4F33-AF2D-65F659A977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7675" y="288981"/>
            <a:ext cx="1262947" cy="1335600"/>
            <a:chOff x="2678417" y="2427951"/>
            <a:chExt cx="1262947" cy="1335600"/>
          </a:xfrm>
        </p:grpSpPr>
        <p:sp>
          <p:nvSpPr>
            <p:cNvPr id="29" name="Freeform: Shape 28">
              <a:extLst>
                <a:ext uri="{FF2B5EF4-FFF2-40B4-BE49-F238E27FC236}">
                  <a16:creationId xmlns:a16="http://schemas.microsoft.com/office/drawing/2014/main" id="{2339341D-8322-49F1-91DA-6D115CCAE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Oval 29">
              <a:extLst>
                <a:ext uri="{FF2B5EF4-FFF2-40B4-BE49-F238E27FC236}">
                  <a16:creationId xmlns:a16="http://schemas.microsoft.com/office/drawing/2014/main" id="{7EB9DB0E-3B0E-411A-9274-448D565C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66001442-544C-437A-9D8D-8EEF866BE988}"/>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r>
              <a:rPr lang="en-US"/>
              <a:t>Evolution of Data Models</a:t>
            </a:r>
          </a:p>
        </p:txBody>
      </p:sp>
      <p:grpSp>
        <p:nvGrpSpPr>
          <p:cNvPr id="32" name="Group 31">
            <a:extLst>
              <a:ext uri="{FF2B5EF4-FFF2-40B4-BE49-F238E27FC236}">
                <a16:creationId xmlns:a16="http://schemas.microsoft.com/office/drawing/2014/main" id="{4B158E9A-DBF4-4AA7-B6B7-8C8EB2FBD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25249" y="5435090"/>
            <a:ext cx="762805" cy="734873"/>
            <a:chOff x="7950336" y="1300590"/>
            <a:chExt cx="762805" cy="734873"/>
          </a:xfrm>
        </p:grpSpPr>
        <p:sp>
          <p:nvSpPr>
            <p:cNvPr id="33" name="Freeform 5">
              <a:extLst>
                <a:ext uri="{FF2B5EF4-FFF2-40B4-BE49-F238E27FC236}">
                  <a16:creationId xmlns:a16="http://schemas.microsoft.com/office/drawing/2014/main" id="{6150ACFD-AEC6-42A3-A5A7-E7AD6B13E0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Freeform 6">
              <a:extLst>
                <a:ext uri="{FF2B5EF4-FFF2-40B4-BE49-F238E27FC236}">
                  <a16:creationId xmlns:a16="http://schemas.microsoft.com/office/drawing/2014/main" id="{DB4D1217-FEB1-4D2A-80F4-C227B66D72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8">
              <a:extLst>
                <a:ext uri="{FF2B5EF4-FFF2-40B4-BE49-F238E27FC236}">
                  <a16:creationId xmlns:a16="http://schemas.microsoft.com/office/drawing/2014/main" id="{0BCA7138-22BA-4785-8B3D-9D45213E85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7" name="Content Placeholder 6" descr="Table&#10;&#10;Description automatically generated">
            <a:extLst>
              <a:ext uri="{FF2B5EF4-FFF2-40B4-BE49-F238E27FC236}">
                <a16:creationId xmlns:a16="http://schemas.microsoft.com/office/drawing/2014/main" id="{903D1D73-D5F3-4C01-B472-74DB01FF29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92714" y="0"/>
            <a:ext cx="8238620" cy="6858000"/>
          </a:xfrm>
          <a:custGeom>
            <a:avLst/>
            <a:gdLst/>
            <a:ahLst/>
            <a:cxnLst/>
            <a:rect l="l" t="t" r="r" b="b"/>
            <a:pathLst>
              <a:path w="7345363" h="5761037">
                <a:moveTo>
                  <a:pt x="0" y="0"/>
                </a:moveTo>
                <a:lnTo>
                  <a:pt x="7345363" y="0"/>
                </a:lnTo>
                <a:lnTo>
                  <a:pt x="7345363" y="5761037"/>
                </a:lnTo>
                <a:lnTo>
                  <a:pt x="0" y="5761037"/>
                </a:lnTo>
                <a:close/>
              </a:path>
            </a:pathLst>
          </a:custGeom>
        </p:spPr>
      </p:pic>
      <p:sp>
        <p:nvSpPr>
          <p:cNvPr id="4" name="AutoShape 2">
            <a:extLst>
              <a:ext uri="{FF2B5EF4-FFF2-40B4-BE49-F238E27FC236}">
                <a16:creationId xmlns:a16="http://schemas.microsoft.com/office/drawing/2014/main" id="{42645DEA-09B4-498B-B220-E156F73A2F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998504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6" name="Group 15">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7" name="Freeform: Shape 16">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Oval 18">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2" name="Rectangle 21">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8A00A08-E4E6-4184-B484-E0E034072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171" y="13882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6" name="Group 25">
            <a:extLst>
              <a:ext uri="{FF2B5EF4-FFF2-40B4-BE49-F238E27FC236}">
                <a16:creationId xmlns:a16="http://schemas.microsoft.com/office/drawing/2014/main" id="{0780E404-3121-4F33-AF2D-65F659A977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7675" y="288981"/>
            <a:ext cx="1262947" cy="1335600"/>
            <a:chOff x="2678417" y="2427951"/>
            <a:chExt cx="1262947" cy="1335600"/>
          </a:xfrm>
        </p:grpSpPr>
        <p:sp>
          <p:nvSpPr>
            <p:cNvPr id="27" name="Freeform: Shape 26">
              <a:extLst>
                <a:ext uri="{FF2B5EF4-FFF2-40B4-BE49-F238E27FC236}">
                  <a16:creationId xmlns:a16="http://schemas.microsoft.com/office/drawing/2014/main" id="{2339341D-8322-49F1-91DA-6D115CCAE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Oval 27">
              <a:extLst>
                <a:ext uri="{FF2B5EF4-FFF2-40B4-BE49-F238E27FC236}">
                  <a16:creationId xmlns:a16="http://schemas.microsoft.com/office/drawing/2014/main" id="{7EB9DB0E-3B0E-411A-9274-448D565CA4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3A12A8FA-DD57-4F47-8800-996A9BE8EE1B}"/>
              </a:ext>
            </a:extLst>
          </p:cNvPr>
          <p:cNvSpPr>
            <a:spLocks noGrp="1"/>
          </p:cNvSpPr>
          <p:nvPr>
            <p:ph type="title"/>
          </p:nvPr>
        </p:nvSpPr>
        <p:spPr>
          <a:xfrm>
            <a:off x="550864" y="549275"/>
            <a:ext cx="3565524" cy="3034657"/>
          </a:xfrm>
        </p:spPr>
        <p:txBody>
          <a:bodyPr vert="horz" wrap="square" lIns="0" tIns="0" rIns="0" bIns="0" rtlCol="0" anchor="b" anchorCtr="0">
            <a:normAutofit/>
          </a:bodyPr>
          <a:lstStyle/>
          <a:p>
            <a:pPr>
              <a:lnSpc>
                <a:spcPct val="90000"/>
              </a:lnSpc>
            </a:pPr>
            <a:r>
              <a:rPr lang="en-US" sz="3400" b="1" i="0" u="sng" dirty="0">
                <a:effectLst/>
              </a:rPr>
              <a:t>The Evolution of Data Models Summary Illustration</a:t>
            </a:r>
            <a:br>
              <a:rPr lang="en-US" sz="3400" b="0" i="0" dirty="0">
                <a:effectLst/>
              </a:rPr>
            </a:br>
            <a:br>
              <a:rPr lang="en-US" sz="3400" dirty="0"/>
            </a:br>
            <a:endParaRPr lang="en-US" sz="3400" dirty="0"/>
          </a:p>
        </p:txBody>
      </p:sp>
      <p:grpSp>
        <p:nvGrpSpPr>
          <p:cNvPr id="30" name="Group 29">
            <a:extLst>
              <a:ext uri="{FF2B5EF4-FFF2-40B4-BE49-F238E27FC236}">
                <a16:creationId xmlns:a16="http://schemas.microsoft.com/office/drawing/2014/main" id="{4B158E9A-DBF4-4AA7-B6B7-8C8EB2FBD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25249" y="5435090"/>
            <a:ext cx="762805" cy="734873"/>
            <a:chOff x="7950336" y="1300590"/>
            <a:chExt cx="762805" cy="734873"/>
          </a:xfrm>
        </p:grpSpPr>
        <p:sp>
          <p:nvSpPr>
            <p:cNvPr id="31" name="Freeform 5">
              <a:extLst>
                <a:ext uri="{FF2B5EF4-FFF2-40B4-BE49-F238E27FC236}">
                  <a16:creationId xmlns:a16="http://schemas.microsoft.com/office/drawing/2014/main" id="{6150ACFD-AEC6-42A3-A5A7-E7AD6B13E0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20298" y="1428832"/>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0" scaled="0"/>
              <a:tileRect/>
            </a:gradFill>
            <a:ln>
              <a:noFill/>
            </a:ln>
            <a:effectLst>
              <a:innerShdw blurRad="254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Freeform 6">
              <a:extLst>
                <a:ext uri="{FF2B5EF4-FFF2-40B4-BE49-F238E27FC236}">
                  <a16:creationId xmlns:a16="http://schemas.microsoft.com/office/drawing/2014/main" id="{DB4D1217-FEB1-4D2A-80F4-C227B66D72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066503" y="1339815"/>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60000"/>
                  </a:schemeClr>
                </a:gs>
                <a:gs pos="100000">
                  <a:schemeClr val="accent1">
                    <a:lumMod val="60000"/>
                    <a:lumOff val="40000"/>
                  </a:schemeClr>
                </a:gs>
              </a:gsLst>
              <a:lin ang="180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Freeform 8">
              <a:extLst>
                <a:ext uri="{FF2B5EF4-FFF2-40B4-BE49-F238E27FC236}">
                  <a16:creationId xmlns:a16="http://schemas.microsoft.com/office/drawing/2014/main" id="{0BCA7138-22BA-4785-8B3D-9D45213E85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3600000">
              <a:off x="8217173" y="1608753"/>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60000"/>
                  </a:schemeClr>
                </a:gs>
                <a:gs pos="100000">
                  <a:schemeClr val="accent1">
                    <a:lumMod val="60000"/>
                    <a:lumOff val="40000"/>
                    <a:alpha val="60000"/>
                  </a:schemeClr>
                </a:gs>
              </a:gsLst>
              <a:lin ang="18000000" scaled="0"/>
              <a:tileRect/>
            </a:gradFill>
            <a:ln>
              <a:noFill/>
            </a:ln>
            <a:effectLst>
              <a:innerShdw blurRad="508000">
                <a:schemeClr val="bg2"/>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5" name="Content Placeholder 4" descr="A picture containing timeline&#10;&#10;Description automatically generated">
            <a:extLst>
              <a:ext uri="{FF2B5EF4-FFF2-40B4-BE49-F238E27FC236}">
                <a16:creationId xmlns:a16="http://schemas.microsoft.com/office/drawing/2014/main" id="{35A9D1B5-6AF9-4C14-ADC5-194AC120C4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95776" y="702827"/>
            <a:ext cx="7345363" cy="5453932"/>
          </a:xfrm>
          <a:custGeom>
            <a:avLst/>
            <a:gdLst/>
            <a:ahLst/>
            <a:cxnLst/>
            <a:rect l="l" t="t" r="r" b="b"/>
            <a:pathLst>
              <a:path w="7345363" h="5761037">
                <a:moveTo>
                  <a:pt x="0" y="0"/>
                </a:moveTo>
                <a:lnTo>
                  <a:pt x="7345363" y="0"/>
                </a:lnTo>
                <a:lnTo>
                  <a:pt x="7345363" y="5761037"/>
                </a:lnTo>
                <a:lnTo>
                  <a:pt x="0" y="5761037"/>
                </a:lnTo>
                <a:close/>
              </a:path>
            </a:pathLst>
          </a:custGeom>
        </p:spPr>
      </p:pic>
    </p:spTree>
    <p:extLst>
      <p:ext uri="{BB962C8B-B14F-4D97-AF65-F5344CB8AC3E}">
        <p14:creationId xmlns:p14="http://schemas.microsoft.com/office/powerpoint/2010/main" val="2941186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Oval 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4" name="Group 1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15" name="Freeform: Shape 14">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Oval 16">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Oval 17">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0" name="Rectangle 19">
            <a:extLst>
              <a:ext uri="{FF2B5EF4-FFF2-40B4-BE49-F238E27FC236}">
                <a16:creationId xmlns:a16="http://schemas.microsoft.com/office/drawing/2014/main" id="{940082A1-24A5-4276-83A4-39E993BD69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D840B21-A957-4CFE-AA5B-9711DF6D33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5000" y="397225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a:extLst>
              <a:ext uri="{FF2B5EF4-FFF2-40B4-BE49-F238E27FC236}">
                <a16:creationId xmlns:a16="http://schemas.microsoft.com/office/drawing/2014/main" id="{DD9E5F91-7B6F-4AE5-8F98-F28787D817C4}"/>
              </a:ext>
            </a:extLst>
          </p:cNvPr>
          <p:cNvSpPr>
            <a:spLocks noGrp="1"/>
          </p:cNvSpPr>
          <p:nvPr>
            <p:ph type="title"/>
          </p:nvPr>
        </p:nvSpPr>
        <p:spPr>
          <a:xfrm>
            <a:off x="1487487" y="549275"/>
            <a:ext cx="9217026" cy="3864534"/>
          </a:xfrm>
        </p:spPr>
        <p:txBody>
          <a:bodyPr vert="horz" wrap="square" lIns="0" tIns="0" rIns="0" bIns="0" rtlCol="0" anchor="b" anchorCtr="0">
            <a:normAutofit/>
          </a:bodyPr>
          <a:lstStyle/>
          <a:p>
            <a:r>
              <a:rPr lang="en-US" sz="9600"/>
              <a:t>Relational Databases</a:t>
            </a:r>
          </a:p>
        </p:txBody>
      </p:sp>
      <p:grpSp>
        <p:nvGrpSpPr>
          <p:cNvPr id="24" name="Group 23">
            <a:extLst>
              <a:ext uri="{FF2B5EF4-FFF2-40B4-BE49-F238E27FC236}">
                <a16:creationId xmlns:a16="http://schemas.microsoft.com/office/drawing/2014/main" id="{DBFD4376-13D5-43C1-86D8-8133A9D886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33126" y="5677571"/>
            <a:ext cx="631474" cy="667800"/>
            <a:chOff x="2994153" y="1378666"/>
            <a:chExt cx="631474" cy="667800"/>
          </a:xfrm>
        </p:grpSpPr>
        <p:sp>
          <p:nvSpPr>
            <p:cNvPr id="25" name="Freeform: Shape 24">
              <a:extLst>
                <a:ext uri="{FF2B5EF4-FFF2-40B4-BE49-F238E27FC236}">
                  <a16:creationId xmlns:a16="http://schemas.microsoft.com/office/drawing/2014/main" id="{176FEFF4-F643-4DA7-93C4-E222FCBA08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5000"/>
                    <a:lumOff val="5000"/>
                  </a:schemeClr>
                </a:gs>
                <a:gs pos="30000">
                  <a:schemeClr val="bg2">
                    <a:lumMod val="95000"/>
                    <a:lumOff val="5000"/>
                  </a:schemeClr>
                </a:gs>
                <a:gs pos="40000">
                  <a:schemeClr val="bg2">
                    <a:lumMod val="85000"/>
                    <a:lumOff val="1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Oval 25">
              <a:extLst>
                <a:ext uri="{FF2B5EF4-FFF2-40B4-BE49-F238E27FC236}">
                  <a16:creationId xmlns:a16="http://schemas.microsoft.com/office/drawing/2014/main" id="{A059AD75-BB86-41B7-84D4-4B5AE0E21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984896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874D61-86EC-42C4-97C4-8C768E466652}"/>
              </a:ext>
            </a:extLst>
          </p:cNvPr>
          <p:cNvSpPr>
            <a:spLocks noGrp="1"/>
          </p:cNvSpPr>
          <p:nvPr>
            <p:ph type="title"/>
          </p:nvPr>
        </p:nvSpPr>
        <p:spPr>
          <a:xfrm>
            <a:off x="550863" y="549275"/>
            <a:ext cx="3565525" cy="5543549"/>
          </a:xfrm>
        </p:spPr>
        <p:txBody>
          <a:bodyPr wrap="square" anchor="ctr">
            <a:normAutofit/>
          </a:bodyPr>
          <a:lstStyle/>
          <a:p>
            <a:r>
              <a:rPr lang="en-PH" sz="4400"/>
              <a:t>Characteristics</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2C8C89A-A1A0-4228-A05B-C7B2B4D389DD}"/>
              </a:ext>
            </a:extLst>
          </p:cNvPr>
          <p:cNvGraphicFramePr>
            <a:graphicFrameLocks noGrp="1"/>
          </p:cNvGraphicFramePr>
          <p:nvPr>
            <p:ph idx="1"/>
            <p:extLst>
              <p:ext uri="{D42A27DB-BD31-4B8C-83A1-F6EECF244321}">
                <p14:modId xmlns:p14="http://schemas.microsoft.com/office/powerpoint/2010/main" val="2116360972"/>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4843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1CC11F-E6CE-472C-873F-4E4BC82AA2BE}"/>
              </a:ext>
            </a:extLst>
          </p:cNvPr>
          <p:cNvSpPr>
            <a:spLocks noGrp="1"/>
          </p:cNvSpPr>
          <p:nvPr>
            <p:ph type="title"/>
          </p:nvPr>
        </p:nvSpPr>
        <p:spPr>
          <a:xfrm>
            <a:off x="3359149" y="1520825"/>
            <a:ext cx="8281987" cy="1333057"/>
          </a:xfrm>
        </p:spPr>
        <p:txBody>
          <a:bodyPr wrap="square" anchor="t">
            <a:normAutofit/>
          </a:bodyPr>
          <a:lstStyle/>
          <a:p>
            <a:r>
              <a:rPr lang="en-PH" dirty="0"/>
              <a:t>Tables</a:t>
            </a:r>
          </a:p>
        </p:txBody>
      </p:sp>
      <p:sp>
        <p:nvSpPr>
          <p:cNvPr id="10" name="Oval 9">
            <a:extLst>
              <a:ext uri="{FF2B5EF4-FFF2-40B4-BE49-F238E27FC236}">
                <a16:creationId xmlns:a16="http://schemas.microsoft.com/office/drawing/2014/main" id="{504E6BD3-B518-46A4-9CC0-30D095552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9157" y="158455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2" name="Group 11">
            <a:extLst>
              <a:ext uri="{FF2B5EF4-FFF2-40B4-BE49-F238E27FC236}">
                <a16:creationId xmlns:a16="http://schemas.microsoft.com/office/drawing/2014/main" id="{A31FBE92-3FC2-48E4-874B-A5273A0425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0526" y="2488515"/>
            <a:ext cx="1262947" cy="1335600"/>
            <a:chOff x="2678417" y="2427951"/>
            <a:chExt cx="1262947" cy="1335600"/>
          </a:xfrm>
        </p:grpSpPr>
        <p:sp>
          <p:nvSpPr>
            <p:cNvPr id="13" name="Freeform: Shape 12">
              <a:extLst>
                <a:ext uri="{FF2B5EF4-FFF2-40B4-BE49-F238E27FC236}">
                  <a16:creationId xmlns:a16="http://schemas.microsoft.com/office/drawing/2014/main" id="{4F7C333A-2381-4657-ACDA-47654B21FA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Oval 13">
              <a:extLst>
                <a:ext uri="{FF2B5EF4-FFF2-40B4-BE49-F238E27FC236}">
                  <a16:creationId xmlns:a16="http://schemas.microsoft.com/office/drawing/2014/main" id="{74A5CCC1-7BBD-4F00-82CF-C7683D9FF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6" name="Freeform: Shape 15">
            <a:extLst>
              <a:ext uri="{FF2B5EF4-FFF2-40B4-BE49-F238E27FC236}">
                <a16:creationId xmlns:a16="http://schemas.microsoft.com/office/drawing/2014/main" id="{A0DAEA90-11E9-4069-BC2C-6F65C6C1C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8600937" y="4090109"/>
            <a:ext cx="3682485" cy="1853969"/>
          </a:xfrm>
          <a:custGeom>
            <a:avLst/>
            <a:gdLst>
              <a:gd name="connsiteX0" fmla="*/ 3682485 w 3682485"/>
              <a:gd name="connsiteY0" fmla="*/ 1853969 h 1853969"/>
              <a:gd name="connsiteX1" fmla="*/ 2755500 w 3682485"/>
              <a:gd name="connsiteY1" fmla="*/ 1853969 h 1853969"/>
              <a:gd name="connsiteX2" fmla="*/ 1828517 w 3682485"/>
              <a:gd name="connsiteY2" fmla="*/ 926985 h 1853969"/>
              <a:gd name="connsiteX3" fmla="*/ 901534 w 3682485"/>
              <a:gd name="connsiteY3" fmla="*/ 1853969 h 1853969"/>
              <a:gd name="connsiteX4" fmla="*/ 293606 w 3682485"/>
              <a:gd name="connsiteY4" fmla="*/ 1853969 h 1853969"/>
              <a:gd name="connsiteX5" fmla="*/ 0 w 3682485"/>
              <a:gd name="connsiteY5" fmla="*/ 1560363 h 1853969"/>
              <a:gd name="connsiteX6" fmla="*/ 12215 w 3682485"/>
              <a:gd name="connsiteY6" fmla="*/ 1480329 h 1853969"/>
              <a:gd name="connsiteX7" fmla="*/ 1828517 w 3682485"/>
              <a:gd name="connsiteY7" fmla="*/ 0 h 1853969"/>
              <a:gd name="connsiteX8" fmla="*/ 3682485 w 3682485"/>
              <a:gd name="connsiteY8"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2485" h="1853969">
                <a:moveTo>
                  <a:pt x="3682485" y="1853969"/>
                </a:moveTo>
                <a:lnTo>
                  <a:pt x="2755500" y="1853969"/>
                </a:lnTo>
                <a:cubicBezTo>
                  <a:pt x="2755500" y="1342010"/>
                  <a:pt x="2340476" y="926985"/>
                  <a:pt x="1828517" y="926985"/>
                </a:cubicBezTo>
                <a:cubicBezTo>
                  <a:pt x="1316558" y="926985"/>
                  <a:pt x="901534" y="1342010"/>
                  <a:pt x="901534" y="1853969"/>
                </a:cubicBezTo>
                <a:lnTo>
                  <a:pt x="293606" y="1853969"/>
                </a:lnTo>
                <a:lnTo>
                  <a:pt x="0" y="1560363"/>
                </a:lnTo>
                <a:lnTo>
                  <a:pt x="12215" y="1480329"/>
                </a:lnTo>
                <a:cubicBezTo>
                  <a:pt x="185091" y="635508"/>
                  <a:pt x="932589" y="0"/>
                  <a:pt x="1828517" y="0"/>
                </a:cubicBezTo>
                <a:cubicBezTo>
                  <a:pt x="2852434" y="0"/>
                  <a:pt x="3682485" y="830051"/>
                  <a:pt x="368248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508000" dist="101600" dir="96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8" name="Freeform: Shape 17">
            <a:extLst>
              <a:ext uri="{FF2B5EF4-FFF2-40B4-BE49-F238E27FC236}">
                <a16:creationId xmlns:a16="http://schemas.microsoft.com/office/drawing/2014/main" id="{E0E8189B-747E-48AE-99A9-1BEE680125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8711129" y="3843994"/>
            <a:ext cx="3644147" cy="2149759"/>
          </a:xfrm>
          <a:custGeom>
            <a:avLst/>
            <a:gdLst>
              <a:gd name="connsiteX0" fmla="*/ 3644147 w 3644147"/>
              <a:gd name="connsiteY0" fmla="*/ 2149759 h 2149759"/>
              <a:gd name="connsiteX1" fmla="*/ 2717163 w 3644147"/>
              <a:gd name="connsiteY1" fmla="*/ 2149759 h 2149759"/>
              <a:gd name="connsiteX2" fmla="*/ 1790179 w 3644147"/>
              <a:gd name="connsiteY2" fmla="*/ 1074881 h 2149759"/>
              <a:gd name="connsiteX3" fmla="*/ 863196 w 3644147"/>
              <a:gd name="connsiteY3" fmla="*/ 2149759 h 2149759"/>
              <a:gd name="connsiteX4" fmla="*/ 551057 w 3644147"/>
              <a:gd name="connsiteY4" fmla="*/ 2149759 h 2149759"/>
              <a:gd name="connsiteX5" fmla="*/ 0 w 3644147"/>
              <a:gd name="connsiteY5" fmla="*/ 1598702 h 2149759"/>
              <a:gd name="connsiteX6" fmla="*/ 19562 w 3644147"/>
              <a:gd name="connsiteY6" fmla="*/ 1510486 h 2149759"/>
              <a:gd name="connsiteX7" fmla="*/ 1790179 w 3644147"/>
              <a:gd name="connsiteY7" fmla="*/ 0 h 2149759"/>
              <a:gd name="connsiteX8" fmla="*/ 3644147 w 3644147"/>
              <a:gd name="connsiteY8" fmla="*/ 2149759 h 2149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4147" h="2149759">
                <a:moveTo>
                  <a:pt x="3644147" y="2149759"/>
                </a:moveTo>
                <a:lnTo>
                  <a:pt x="2717163" y="2149759"/>
                </a:lnTo>
                <a:cubicBezTo>
                  <a:pt x="2717162" y="1556120"/>
                  <a:pt x="2302138" y="1074880"/>
                  <a:pt x="1790179" y="1074881"/>
                </a:cubicBezTo>
                <a:cubicBezTo>
                  <a:pt x="1278220" y="1074880"/>
                  <a:pt x="863196" y="1556119"/>
                  <a:pt x="863196" y="2149759"/>
                </a:cubicBezTo>
                <a:lnTo>
                  <a:pt x="551057" y="2149759"/>
                </a:lnTo>
                <a:lnTo>
                  <a:pt x="0" y="1598702"/>
                </a:lnTo>
                <a:lnTo>
                  <a:pt x="19562" y="1510486"/>
                </a:lnTo>
                <a:cubicBezTo>
                  <a:pt x="254295" y="635388"/>
                  <a:pt x="958246" y="0"/>
                  <a:pt x="1790179" y="0"/>
                </a:cubicBezTo>
                <a:cubicBezTo>
                  <a:pt x="2814097" y="0"/>
                  <a:pt x="3644147" y="962481"/>
                  <a:pt x="3644147" y="2149759"/>
                </a:cubicBezTo>
                <a:close/>
              </a:path>
            </a:pathLst>
          </a:custGeom>
          <a:solidFill>
            <a:schemeClr val="bg2">
              <a:lumMod val="50000"/>
              <a:lumOff val="50000"/>
              <a:alpha val="6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Content Placeholder 2">
            <a:extLst>
              <a:ext uri="{FF2B5EF4-FFF2-40B4-BE49-F238E27FC236}">
                <a16:creationId xmlns:a16="http://schemas.microsoft.com/office/drawing/2014/main" id="{082DE12E-EB77-427D-B69D-D6A05A427EF8}"/>
              </a:ext>
            </a:extLst>
          </p:cNvPr>
          <p:cNvSpPr>
            <a:spLocks noGrp="1"/>
          </p:cNvSpPr>
          <p:nvPr>
            <p:ph idx="1"/>
          </p:nvPr>
        </p:nvSpPr>
        <p:spPr>
          <a:xfrm>
            <a:off x="2657320" y="3052367"/>
            <a:ext cx="6139018" cy="3040458"/>
          </a:xfrm>
        </p:spPr>
        <p:txBody>
          <a:bodyPr anchor="t">
            <a:normAutofit fontScale="92500"/>
          </a:bodyPr>
          <a:lstStyle/>
          <a:p>
            <a:r>
              <a:rPr lang="en-US" sz="2800" b="0" i="0" dirty="0">
                <a:effectLst/>
                <a:latin typeface="Lato Extended"/>
              </a:rPr>
              <a:t>A </a:t>
            </a:r>
            <a:r>
              <a:rPr lang="en-US" sz="2800" b="1" i="0" dirty="0">
                <a:effectLst/>
                <a:latin typeface="Lato Extended"/>
              </a:rPr>
              <a:t>table </a:t>
            </a:r>
            <a:r>
              <a:rPr lang="en-US" sz="2800" b="0" i="0" dirty="0">
                <a:effectLst/>
                <a:latin typeface="Lato Extended"/>
              </a:rPr>
              <a:t>is perceived as a two-dimensional structure composed of </a:t>
            </a:r>
            <a:r>
              <a:rPr lang="en-US" sz="2800" b="1" i="0" dirty="0">
                <a:effectLst/>
                <a:latin typeface="Lato Extended"/>
              </a:rPr>
              <a:t>rows</a:t>
            </a:r>
            <a:r>
              <a:rPr lang="en-US" sz="2800" b="0" i="0" dirty="0">
                <a:effectLst/>
                <a:latin typeface="Lato Extended"/>
              </a:rPr>
              <a:t> and </a:t>
            </a:r>
            <a:r>
              <a:rPr lang="en-US" sz="2800" b="1" i="0" dirty="0">
                <a:effectLst/>
                <a:latin typeface="Lato Extended"/>
              </a:rPr>
              <a:t>columns</a:t>
            </a:r>
            <a:r>
              <a:rPr lang="en-US" sz="2800" b="0" i="0" dirty="0">
                <a:effectLst/>
                <a:latin typeface="Lato Extended"/>
              </a:rPr>
              <a:t>. </a:t>
            </a:r>
          </a:p>
          <a:p>
            <a:r>
              <a:rPr lang="en-US" sz="2800" b="0" i="0" dirty="0">
                <a:effectLst/>
                <a:latin typeface="Lato Extended"/>
              </a:rPr>
              <a:t>A table is also called a relation because the relational model’s creator, E. F. Codd, used the two terms as synonyms.</a:t>
            </a:r>
            <a:endParaRPr lang="en-PH" sz="2800" dirty="0"/>
          </a:p>
        </p:txBody>
      </p:sp>
      <p:sp>
        <p:nvSpPr>
          <p:cNvPr id="20" name="Oval 19">
            <a:extLst>
              <a:ext uri="{FF2B5EF4-FFF2-40B4-BE49-F238E27FC236}">
                <a16:creationId xmlns:a16="http://schemas.microsoft.com/office/drawing/2014/main" id="{D9DE43D0-73AC-46B4-A39F-E66967A1F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flipH="1" flipV="1">
            <a:off x="10021470" y="292006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Freeform: Shape 21">
            <a:extLst>
              <a:ext uri="{FF2B5EF4-FFF2-40B4-BE49-F238E27FC236}">
                <a16:creationId xmlns:a16="http://schemas.microsoft.com/office/drawing/2014/main" id="{803C343E-7EAC-4512-955A-33B1833F2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flipH="1" flipV="1">
            <a:off x="11901768" y="4915975"/>
            <a:ext cx="214196" cy="701949"/>
          </a:xfrm>
          <a:custGeom>
            <a:avLst/>
            <a:gdLst>
              <a:gd name="connsiteX0" fmla="*/ 128682 w 214196"/>
              <a:gd name="connsiteY0" fmla="*/ 9479 h 701949"/>
              <a:gd name="connsiteX1" fmla="*/ 214196 w 214196"/>
              <a:gd name="connsiteY1" fmla="*/ 466589 h 701949"/>
              <a:gd name="connsiteX2" fmla="*/ 213337 w 214196"/>
              <a:gd name="connsiteY2" fmla="*/ 503724 h 701949"/>
              <a:gd name="connsiteX3" fmla="*/ 15112 w 214196"/>
              <a:gd name="connsiteY3" fmla="*/ 701949 h 701949"/>
              <a:gd name="connsiteX4" fmla="*/ 8417 w 214196"/>
              <a:gd name="connsiteY4" fmla="*/ 648207 h 701949"/>
              <a:gd name="connsiteX5" fmla="*/ 0 w 214196"/>
              <a:gd name="connsiteY5" fmla="*/ 466589 h 701949"/>
              <a:gd name="connsiteX6" fmla="*/ 107098 w 214196"/>
              <a:gd name="connsiteY6" fmla="*/ 0 h 701949"/>
              <a:gd name="connsiteX7" fmla="*/ 128682 w 214196"/>
              <a:gd name="connsiteY7" fmla="*/ 9479 h 70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196" h="701949">
                <a:moveTo>
                  <a:pt x="128682" y="9479"/>
                </a:moveTo>
                <a:cubicBezTo>
                  <a:pt x="177485" y="52987"/>
                  <a:pt x="214196" y="241110"/>
                  <a:pt x="214196" y="466589"/>
                </a:cubicBezTo>
                <a:lnTo>
                  <a:pt x="213337" y="503724"/>
                </a:lnTo>
                <a:lnTo>
                  <a:pt x="15112" y="701949"/>
                </a:lnTo>
                <a:lnTo>
                  <a:pt x="8417" y="648207"/>
                </a:lnTo>
                <a:cubicBezTo>
                  <a:pt x="2997" y="592384"/>
                  <a:pt x="0" y="531011"/>
                  <a:pt x="0" y="466589"/>
                </a:cubicBezTo>
                <a:cubicBezTo>
                  <a:pt x="0" y="208899"/>
                  <a:pt x="47949" y="0"/>
                  <a:pt x="107098" y="0"/>
                </a:cubicBezTo>
                <a:cubicBezTo>
                  <a:pt x="114492" y="0"/>
                  <a:pt x="121710" y="3264"/>
                  <a:pt x="128682" y="9479"/>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82299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D161-F091-478A-911D-E236A5C51574}"/>
              </a:ext>
            </a:extLst>
          </p:cNvPr>
          <p:cNvSpPr>
            <a:spLocks noGrp="1"/>
          </p:cNvSpPr>
          <p:nvPr>
            <p:ph type="title"/>
          </p:nvPr>
        </p:nvSpPr>
        <p:spPr/>
        <p:txBody>
          <a:bodyPr/>
          <a:lstStyle/>
          <a:p>
            <a:endParaRPr lang="en-PH"/>
          </a:p>
        </p:txBody>
      </p:sp>
      <p:pic>
        <p:nvPicPr>
          <p:cNvPr id="5" name="Content Placeholder 4" descr="Table, timeline&#10;&#10;Description automatically generated">
            <a:extLst>
              <a:ext uri="{FF2B5EF4-FFF2-40B4-BE49-F238E27FC236}">
                <a16:creationId xmlns:a16="http://schemas.microsoft.com/office/drawing/2014/main" id="{B3F9BF07-23A2-4D96-93AD-99E1CF4EE0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2785908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3CE0B8-1CD3-4572-A8C2-A4E7A13D61A2}"/>
              </a:ext>
            </a:extLst>
          </p:cNvPr>
          <p:cNvSpPr>
            <a:spLocks noGrp="1"/>
          </p:cNvSpPr>
          <p:nvPr>
            <p:ph type="title"/>
          </p:nvPr>
        </p:nvSpPr>
        <p:spPr>
          <a:xfrm>
            <a:off x="550863" y="549275"/>
            <a:ext cx="3565525" cy="5543549"/>
          </a:xfrm>
        </p:spPr>
        <p:txBody>
          <a:bodyPr wrap="square" anchor="ctr">
            <a:normAutofit/>
          </a:bodyPr>
          <a:lstStyle/>
          <a:p>
            <a:r>
              <a:rPr lang="en-PH" dirty="0"/>
              <a:t>Keys</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2B64616C-74E2-46A6-A04E-0D9A8F38DB35}"/>
              </a:ext>
            </a:extLst>
          </p:cNvPr>
          <p:cNvGraphicFramePr>
            <a:graphicFrameLocks noGrp="1"/>
          </p:cNvGraphicFramePr>
          <p:nvPr>
            <p:ph idx="1"/>
            <p:extLst>
              <p:ext uri="{D42A27DB-BD31-4B8C-83A1-F6EECF244321}">
                <p14:modId xmlns:p14="http://schemas.microsoft.com/office/powerpoint/2010/main" val="2788586199"/>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7941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E50CAE-798A-46CA-A3A3-9FFFFFED5BBA}"/>
              </a:ext>
            </a:extLst>
          </p:cNvPr>
          <p:cNvSpPr>
            <a:spLocks noGrp="1"/>
          </p:cNvSpPr>
          <p:nvPr>
            <p:ph type="title"/>
          </p:nvPr>
        </p:nvSpPr>
        <p:spPr>
          <a:xfrm>
            <a:off x="550863" y="549275"/>
            <a:ext cx="3565525" cy="5543549"/>
          </a:xfrm>
        </p:spPr>
        <p:txBody>
          <a:bodyPr wrap="square" anchor="ctr">
            <a:normAutofit/>
          </a:bodyPr>
          <a:lstStyle/>
          <a:p>
            <a:r>
              <a:rPr lang="en-PH" dirty="0"/>
              <a:t>Dependencies</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10103E3-3FFC-47B2-A131-615F73E9B928}"/>
              </a:ext>
            </a:extLst>
          </p:cNvPr>
          <p:cNvGraphicFramePr>
            <a:graphicFrameLocks noGrp="1"/>
          </p:cNvGraphicFramePr>
          <p:nvPr>
            <p:ph idx="1"/>
            <p:extLst>
              <p:ext uri="{D42A27DB-BD31-4B8C-83A1-F6EECF244321}">
                <p14:modId xmlns:p14="http://schemas.microsoft.com/office/powerpoint/2010/main" val="287035114"/>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6831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47C58-132C-489E-922C-92888513DEB1}"/>
              </a:ext>
            </a:extLst>
          </p:cNvPr>
          <p:cNvSpPr>
            <a:spLocks noGrp="1"/>
          </p:cNvSpPr>
          <p:nvPr>
            <p:ph type="title"/>
          </p:nvPr>
        </p:nvSpPr>
        <p:spPr/>
        <p:txBody>
          <a:bodyPr/>
          <a:lstStyle/>
          <a:p>
            <a:r>
              <a:rPr lang="en-PH" dirty="0"/>
              <a:t>Types of Keys</a:t>
            </a:r>
          </a:p>
        </p:txBody>
      </p:sp>
      <p:pic>
        <p:nvPicPr>
          <p:cNvPr id="5" name="Content Placeholder 4" descr="A picture containing timeline&#10;&#10;Description automatically generated">
            <a:extLst>
              <a:ext uri="{FF2B5EF4-FFF2-40B4-BE49-F238E27FC236}">
                <a16:creationId xmlns:a16="http://schemas.microsoft.com/office/drawing/2014/main" id="{5270B4FB-9562-4314-9060-1B9A0F7609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81275"/>
            <a:ext cx="12192000" cy="4976725"/>
          </a:xfrm>
        </p:spPr>
      </p:pic>
    </p:spTree>
    <p:extLst>
      <p:ext uri="{BB962C8B-B14F-4D97-AF65-F5344CB8AC3E}">
        <p14:creationId xmlns:p14="http://schemas.microsoft.com/office/powerpoint/2010/main" val="3735320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6E030-E36A-42A8-80AB-150AB9B89BE0}"/>
              </a:ext>
            </a:extLst>
          </p:cNvPr>
          <p:cNvSpPr>
            <a:spLocks noGrp="1"/>
          </p:cNvSpPr>
          <p:nvPr>
            <p:ph type="title"/>
          </p:nvPr>
        </p:nvSpPr>
        <p:spPr/>
        <p:txBody>
          <a:bodyPr/>
          <a:lstStyle/>
          <a:p>
            <a:r>
              <a:rPr lang="en-PH" dirty="0"/>
              <a:t>Integrity Rules</a:t>
            </a:r>
          </a:p>
        </p:txBody>
      </p:sp>
      <p:pic>
        <p:nvPicPr>
          <p:cNvPr id="5" name="Content Placeholder 4" descr="A picture containing text, table&#10;&#10;Description automatically generated">
            <a:extLst>
              <a:ext uri="{FF2B5EF4-FFF2-40B4-BE49-F238E27FC236}">
                <a16:creationId xmlns:a16="http://schemas.microsoft.com/office/drawing/2014/main" id="{5A8FE698-A1ED-425A-83BD-3FAC293B61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74800"/>
            <a:ext cx="12191999" cy="5283200"/>
          </a:xfrm>
        </p:spPr>
      </p:pic>
    </p:spTree>
    <p:extLst>
      <p:ext uri="{BB962C8B-B14F-4D97-AF65-F5344CB8AC3E}">
        <p14:creationId xmlns:p14="http://schemas.microsoft.com/office/powerpoint/2010/main" val="589247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B7752B-728D-4CA3-8923-C4F7F7702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0748DF-D736-430A-8C39-7F2135D92392}"/>
              </a:ext>
            </a:extLst>
          </p:cNvPr>
          <p:cNvSpPr>
            <a:spLocks noGrp="1"/>
          </p:cNvSpPr>
          <p:nvPr>
            <p:ph type="title"/>
          </p:nvPr>
        </p:nvSpPr>
        <p:spPr>
          <a:xfrm>
            <a:off x="550863" y="549275"/>
            <a:ext cx="3565525" cy="5543549"/>
          </a:xfrm>
        </p:spPr>
        <p:txBody>
          <a:bodyPr wrap="square" anchor="ctr">
            <a:normAutofit/>
          </a:bodyPr>
          <a:lstStyle/>
          <a:p>
            <a:r>
              <a:rPr lang="en-PH" dirty="0"/>
              <a:t>Data Dictionary</a:t>
            </a:r>
          </a:p>
        </p:txBody>
      </p:sp>
      <p:sp>
        <p:nvSpPr>
          <p:cNvPr id="11" name="Rectangle 10">
            <a:extLst>
              <a:ext uri="{FF2B5EF4-FFF2-40B4-BE49-F238E27FC236}">
                <a16:creationId xmlns:a16="http://schemas.microsoft.com/office/drawing/2014/main" id="{429899A3-416E-4DB5-846D-023526052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9" y="0"/>
            <a:ext cx="7641102" cy="6858000"/>
          </a:xfrm>
          <a:prstGeom prst="rect">
            <a:avLst/>
          </a:prstGeom>
          <a:solidFill>
            <a:schemeClr val="bg2">
              <a:lumMod val="10000"/>
              <a:lumOff val="9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92DAB2F-C0CB-4275-85AA-B1F1ACF43919}"/>
              </a:ext>
            </a:extLst>
          </p:cNvPr>
          <p:cNvGraphicFramePr>
            <a:graphicFrameLocks noGrp="1"/>
          </p:cNvGraphicFramePr>
          <p:nvPr>
            <p:ph idx="1"/>
            <p:extLst>
              <p:ext uri="{D42A27DB-BD31-4B8C-83A1-F6EECF244321}">
                <p14:modId xmlns:p14="http://schemas.microsoft.com/office/powerpoint/2010/main" val="539478358"/>
              </p:ext>
            </p:extLst>
          </p:nvPr>
        </p:nvGraphicFramePr>
        <p:xfrm>
          <a:off x="5267325" y="549275"/>
          <a:ext cx="6373814" cy="575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3784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5EE0CA1-D3EE-4024-8924-687FF7C9B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94C819D4-8481-4E6A-A7F4-DCC2294F604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2174"/>
          <a:stretch/>
        </p:blipFill>
        <p:spPr>
          <a:xfrm>
            <a:off x="20"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32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E7D09F-4DE3-42EE-AED5-C16F8BA3FF07}"/>
              </a:ext>
            </a:extLst>
          </p:cNvPr>
          <p:cNvSpPr>
            <a:spLocks noGrp="1"/>
          </p:cNvSpPr>
          <p:nvPr>
            <p:ph type="title"/>
          </p:nvPr>
        </p:nvSpPr>
        <p:spPr>
          <a:xfrm>
            <a:off x="550863" y="549275"/>
            <a:ext cx="5437185" cy="1997855"/>
          </a:xfrm>
        </p:spPr>
        <p:txBody>
          <a:bodyPr wrap="square" anchor="b">
            <a:normAutofit/>
          </a:bodyPr>
          <a:lstStyle/>
          <a:p>
            <a:r>
              <a:rPr lang="en-PH" dirty="0"/>
              <a:t>System Catalog</a:t>
            </a:r>
          </a:p>
        </p:txBody>
      </p:sp>
      <p:sp>
        <p:nvSpPr>
          <p:cNvPr id="3" name="Content Placeholder 2">
            <a:extLst>
              <a:ext uri="{FF2B5EF4-FFF2-40B4-BE49-F238E27FC236}">
                <a16:creationId xmlns:a16="http://schemas.microsoft.com/office/drawing/2014/main" id="{BE3A8204-D961-411B-A88B-AE8441B6C6DD}"/>
              </a:ext>
            </a:extLst>
          </p:cNvPr>
          <p:cNvSpPr>
            <a:spLocks noGrp="1"/>
          </p:cNvSpPr>
          <p:nvPr>
            <p:ph idx="1"/>
          </p:nvPr>
        </p:nvSpPr>
        <p:spPr>
          <a:xfrm>
            <a:off x="550863" y="2677306"/>
            <a:ext cx="7145337" cy="3415519"/>
          </a:xfrm>
        </p:spPr>
        <p:txBody>
          <a:bodyPr anchor="t">
            <a:normAutofit lnSpcReduction="10000"/>
          </a:bodyPr>
          <a:lstStyle/>
          <a:p>
            <a:pPr>
              <a:lnSpc>
                <a:spcPct val="100000"/>
              </a:lnSpc>
            </a:pPr>
            <a:r>
              <a:rPr lang="en-US" sz="2400" b="0" i="0" dirty="0">
                <a:effectLst/>
                <a:latin typeface="Lato Extended"/>
              </a:rPr>
              <a:t>Like the data dictionary, the </a:t>
            </a:r>
            <a:r>
              <a:rPr lang="en-US" sz="2400" b="1" i="0" dirty="0">
                <a:effectLst/>
                <a:latin typeface="Lato Extended"/>
              </a:rPr>
              <a:t>system catalog</a:t>
            </a:r>
            <a:r>
              <a:rPr lang="en-US" sz="2400" b="0" i="0" dirty="0">
                <a:effectLst/>
                <a:latin typeface="Lato Extended"/>
              </a:rPr>
              <a:t> contains metadata. </a:t>
            </a:r>
          </a:p>
          <a:p>
            <a:pPr>
              <a:lnSpc>
                <a:spcPct val="100000"/>
              </a:lnSpc>
            </a:pPr>
            <a:r>
              <a:rPr lang="en-US" sz="2400" b="0" i="0" dirty="0">
                <a:effectLst/>
                <a:latin typeface="Lato Extended"/>
              </a:rPr>
              <a:t>The </a:t>
            </a:r>
            <a:r>
              <a:rPr lang="en-US" sz="2400" b="1" i="0" dirty="0">
                <a:effectLst/>
                <a:latin typeface="Lato Extended"/>
              </a:rPr>
              <a:t>system catalog </a:t>
            </a:r>
            <a:r>
              <a:rPr lang="en-US" sz="2400" b="0" i="0" dirty="0">
                <a:effectLst/>
                <a:latin typeface="Lato Extended"/>
              </a:rPr>
              <a:t>can be described as a detailed system data dictionary that describes all objects within the database, including data about table names, table’s creator and creation date, number of columns in each table, data type corresponding to each column, index filenames, index creators, authorized users, and access privileges.</a:t>
            </a:r>
            <a:endParaRPr lang="en-PH" sz="2400" dirty="0"/>
          </a:p>
        </p:txBody>
      </p:sp>
      <p:pic>
        <p:nvPicPr>
          <p:cNvPr id="7" name="Graphic 6" descr="Database">
            <a:extLst>
              <a:ext uri="{FF2B5EF4-FFF2-40B4-BE49-F238E27FC236}">
                <a16:creationId xmlns:a16="http://schemas.microsoft.com/office/drawing/2014/main" id="{1C75DB3B-0C64-4E71-BC58-C8E80CD301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4675" y="1072039"/>
            <a:ext cx="4713922" cy="4713922"/>
          </a:xfrm>
          <a:custGeom>
            <a:avLst/>
            <a:gdLst/>
            <a:ahLst/>
            <a:cxnLst/>
            <a:rect l="l" t="t" r="r" b="b"/>
            <a:pathLst>
              <a:path w="4713922" h="5759450">
                <a:moveTo>
                  <a:pt x="0" y="0"/>
                </a:moveTo>
                <a:lnTo>
                  <a:pt x="4713922" y="0"/>
                </a:lnTo>
                <a:lnTo>
                  <a:pt x="4713922" y="5759450"/>
                </a:lnTo>
                <a:lnTo>
                  <a:pt x="0" y="5759450"/>
                </a:lnTo>
                <a:close/>
              </a:path>
            </a:pathLst>
          </a:custGeom>
        </p:spPr>
      </p:pic>
    </p:spTree>
    <p:extLst>
      <p:ext uri="{BB962C8B-B14F-4D97-AF65-F5344CB8AC3E}">
        <p14:creationId xmlns:p14="http://schemas.microsoft.com/office/powerpoint/2010/main" val="290918287"/>
      </p:ext>
    </p:extLst>
  </p:cSld>
  <p:clrMapOvr>
    <a:masterClrMapping/>
  </p:clrMapOvr>
</p:sld>
</file>

<file path=ppt/theme/theme1.xml><?xml version="1.0" encoding="utf-8"?>
<a:theme xmlns:a="http://schemas.openxmlformats.org/drawingml/2006/main" name="3DFloatVTI">
  <a:themeElements>
    <a:clrScheme name="AnalogousFromLightSeed_2SEEDS">
      <a:dk1>
        <a:srgbClr val="000000"/>
      </a:dk1>
      <a:lt1>
        <a:srgbClr val="FFFFFF"/>
      </a:lt1>
      <a:dk2>
        <a:srgbClr val="412524"/>
      </a:dk2>
      <a:lt2>
        <a:srgbClr val="E8E8E2"/>
      </a:lt2>
      <a:accent1>
        <a:srgbClr val="7876C3"/>
      </a:accent1>
      <a:accent2>
        <a:srgbClr val="8CA5CD"/>
      </a:accent2>
      <a:accent3>
        <a:srgbClr val="AB8FCE"/>
      </a:accent3>
      <a:accent4>
        <a:srgbClr val="C39876"/>
      </a:accent4>
      <a:accent5>
        <a:srgbClr val="ACA477"/>
      </a:accent5>
      <a:accent6>
        <a:srgbClr val="99AC68"/>
      </a:accent6>
      <a:hlink>
        <a:srgbClr val="848651"/>
      </a:hlink>
      <a:folHlink>
        <a:srgbClr val="7F7F7F"/>
      </a:folHlink>
    </a:clrScheme>
    <a:fontScheme name="Float">
      <a:majorFont>
        <a:latin typeface="Sitka Heading"/>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docProps/app.xml><?xml version="1.0" encoding="utf-8"?>
<Properties xmlns="http://schemas.openxmlformats.org/officeDocument/2006/extended-properties" xmlns:vt="http://schemas.openxmlformats.org/officeDocument/2006/docPropsVTypes">
  <TotalTime>41</TotalTime>
  <Words>894</Words>
  <Application>Microsoft Office PowerPoint</Application>
  <PresentationFormat>Widescreen</PresentationFormat>
  <Paragraphs>74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Lato Extended</vt:lpstr>
      <vt:lpstr>Sitka Heading</vt:lpstr>
      <vt:lpstr>Source Sans Pro</vt:lpstr>
      <vt:lpstr>3DFloatVTI</vt:lpstr>
      <vt:lpstr>Data Models</vt:lpstr>
      <vt:lpstr>Data Models</vt:lpstr>
      <vt:lpstr>View on Data</vt:lpstr>
      <vt:lpstr>Avoiding failure</vt:lpstr>
      <vt:lpstr>Data Modelling and Data Models</vt:lpstr>
      <vt:lpstr>Data Modelling</vt:lpstr>
      <vt:lpstr>PowerPoint Presentation</vt:lpstr>
      <vt:lpstr>Data modeling is an iterative, progressive process.</vt:lpstr>
      <vt:lpstr>Importance of Data Models</vt:lpstr>
      <vt:lpstr>Data Model Basic Building Blocks</vt:lpstr>
      <vt:lpstr>Entity</vt:lpstr>
      <vt:lpstr>Attribute</vt:lpstr>
      <vt:lpstr>Relationship</vt:lpstr>
      <vt:lpstr>Constraint</vt:lpstr>
      <vt:lpstr>Business Rule </vt:lpstr>
      <vt:lpstr>Evolution of Data Models</vt:lpstr>
      <vt:lpstr>The Evolution of Data Models Summary Illustration  </vt:lpstr>
      <vt:lpstr>Relational Databases</vt:lpstr>
      <vt:lpstr>Characteristics</vt:lpstr>
      <vt:lpstr>Tables</vt:lpstr>
      <vt:lpstr>PowerPoint Presentation</vt:lpstr>
      <vt:lpstr>Keys</vt:lpstr>
      <vt:lpstr>Dependencies</vt:lpstr>
      <vt:lpstr>Types of Keys</vt:lpstr>
      <vt:lpstr>Integrity Rules</vt:lpstr>
      <vt:lpstr>Data Dictionary</vt:lpstr>
      <vt:lpstr>PowerPoint Presentation</vt:lpstr>
      <vt:lpstr>System Catalog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Models</dc:title>
  <dc:creator>job Taylar</dc:creator>
  <cp:lastModifiedBy>job Taylar</cp:lastModifiedBy>
  <cp:revision>2</cp:revision>
  <dcterms:created xsi:type="dcterms:W3CDTF">2020-10-12T01:50:40Z</dcterms:created>
  <dcterms:modified xsi:type="dcterms:W3CDTF">2020-10-12T02:32:33Z</dcterms:modified>
</cp:coreProperties>
</file>