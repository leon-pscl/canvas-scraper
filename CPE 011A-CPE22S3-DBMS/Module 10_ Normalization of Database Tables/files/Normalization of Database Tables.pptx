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6"/>
  </p:notesMasterIdLst>
  <p:sldIdLst>
    <p:sldId id="256" r:id="rId2"/>
    <p:sldId id="326" r:id="rId3"/>
    <p:sldId id="327" r:id="rId4"/>
    <p:sldId id="328" r:id="rId5"/>
    <p:sldId id="330" r:id="rId6"/>
    <p:sldId id="331" r:id="rId7"/>
    <p:sldId id="332" r:id="rId8"/>
    <p:sldId id="383" r:id="rId9"/>
    <p:sldId id="384" r:id="rId10"/>
    <p:sldId id="385" r:id="rId11"/>
    <p:sldId id="390" r:id="rId12"/>
    <p:sldId id="334" r:id="rId13"/>
    <p:sldId id="335" r:id="rId14"/>
    <p:sldId id="336" r:id="rId15"/>
    <p:sldId id="338" r:id="rId16"/>
    <p:sldId id="339" r:id="rId17"/>
    <p:sldId id="340" r:id="rId18"/>
    <p:sldId id="342" r:id="rId19"/>
    <p:sldId id="344" r:id="rId20"/>
    <p:sldId id="345" r:id="rId21"/>
    <p:sldId id="346" r:id="rId22"/>
    <p:sldId id="348" r:id="rId23"/>
    <p:sldId id="349" r:id="rId24"/>
    <p:sldId id="350" r:id="rId25"/>
    <p:sldId id="386" r:id="rId26"/>
    <p:sldId id="357" r:id="rId27"/>
    <p:sldId id="358" r:id="rId28"/>
    <p:sldId id="391" r:id="rId29"/>
    <p:sldId id="361" r:id="rId30"/>
    <p:sldId id="362" r:id="rId31"/>
    <p:sldId id="363" r:id="rId32"/>
    <p:sldId id="364" r:id="rId33"/>
    <p:sldId id="373" r:id="rId34"/>
    <p:sldId id="374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55" autoAdjust="0"/>
    <p:restoredTop sz="94660"/>
  </p:normalViewPr>
  <p:slideViewPr>
    <p:cSldViewPr snapToGrid="0">
      <p:cViewPr varScale="1">
        <p:scale>
          <a:sx n="50" d="100"/>
          <a:sy n="50" d="100"/>
        </p:scale>
        <p:origin x="6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1768D-D691-4E65-BA52-62BA9EBAE882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05E5D8-B1B6-4B30-9090-AD9D2F04E0C6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97425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Slide Image Placeholder 1">
            <a:extLst>
              <a:ext uri="{FF2B5EF4-FFF2-40B4-BE49-F238E27FC236}">
                <a16:creationId xmlns:a16="http://schemas.microsoft.com/office/drawing/2014/main" id="{74BD537E-49CD-E872-D506-489BAEC5E14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0243" name="Notes Placeholder 2">
            <a:extLst>
              <a:ext uri="{FF2B5EF4-FFF2-40B4-BE49-F238E27FC236}">
                <a16:creationId xmlns:a16="http://schemas.microsoft.com/office/drawing/2014/main" id="{92573922-3319-05F9-2222-77326E4C56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0244" name="Slide Number Placeholder 3">
            <a:extLst>
              <a:ext uri="{FF2B5EF4-FFF2-40B4-BE49-F238E27FC236}">
                <a16:creationId xmlns:a16="http://schemas.microsoft.com/office/drawing/2014/main" id="{44B1021F-C118-F990-DD59-07C04F9C48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2D3D7DD-C9E2-41A7-8E53-9F90C1B15240}" type="slidenum">
              <a:rPr lang="en-US" altLang="tr-TR">
                <a:latin typeface="Times New Roman" panose="02020603050405020304" pitchFamily="18" charset="0"/>
              </a:rPr>
              <a:pPr/>
              <a:t>2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Image Placeholder 1">
            <a:extLst>
              <a:ext uri="{FF2B5EF4-FFF2-40B4-BE49-F238E27FC236}">
                <a16:creationId xmlns:a16="http://schemas.microsoft.com/office/drawing/2014/main" id="{18A901B5-1274-4E48-35DB-8312FE38B5C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2291" name="Notes Placeholder 2">
            <a:extLst>
              <a:ext uri="{FF2B5EF4-FFF2-40B4-BE49-F238E27FC236}">
                <a16:creationId xmlns:a16="http://schemas.microsoft.com/office/drawing/2014/main" id="{41E75226-6E0A-10A3-F638-D2F6C6D46E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2292" name="Slide Number Placeholder 3">
            <a:extLst>
              <a:ext uri="{FF2B5EF4-FFF2-40B4-BE49-F238E27FC236}">
                <a16:creationId xmlns:a16="http://schemas.microsoft.com/office/drawing/2014/main" id="{CBBF0395-8E5B-CFBE-871B-BD1495E946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276459A-3A43-4DCF-AB27-08BE363BA11A}" type="slidenum">
              <a:rPr lang="en-US" altLang="tr-TR">
                <a:latin typeface="Times New Roman" panose="02020603050405020304" pitchFamily="18" charset="0"/>
              </a:rPr>
              <a:pPr/>
              <a:t>3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Image Placeholder 1">
            <a:extLst>
              <a:ext uri="{FF2B5EF4-FFF2-40B4-BE49-F238E27FC236}">
                <a16:creationId xmlns:a16="http://schemas.microsoft.com/office/drawing/2014/main" id="{3A9825A3-3CEF-E594-39DD-1841D213D6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4339" name="Notes Placeholder 2">
            <a:extLst>
              <a:ext uri="{FF2B5EF4-FFF2-40B4-BE49-F238E27FC236}">
                <a16:creationId xmlns:a16="http://schemas.microsoft.com/office/drawing/2014/main" id="{CFA2FCC5-ADDE-B30E-7151-381050BDF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>
            <a:extLst>
              <a:ext uri="{FF2B5EF4-FFF2-40B4-BE49-F238E27FC236}">
                <a16:creationId xmlns:a16="http://schemas.microsoft.com/office/drawing/2014/main" id="{E760217E-80E9-093B-F2B2-FBB86D2AB1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FE5619D-46C3-4DD4-8BDD-559834FA40FE}" type="slidenum">
              <a:rPr lang="en-US" altLang="tr-TR">
                <a:latin typeface="Times New Roman" panose="02020603050405020304" pitchFamily="18" charset="0"/>
              </a:rPr>
              <a:pPr/>
              <a:t>4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>
            <a:extLst>
              <a:ext uri="{FF2B5EF4-FFF2-40B4-BE49-F238E27FC236}">
                <a16:creationId xmlns:a16="http://schemas.microsoft.com/office/drawing/2014/main" id="{B781CD14-0E9F-64CA-0889-16B442D4C9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387" name="Notes Placeholder 2">
            <a:extLst>
              <a:ext uri="{FF2B5EF4-FFF2-40B4-BE49-F238E27FC236}">
                <a16:creationId xmlns:a16="http://schemas.microsoft.com/office/drawing/2014/main" id="{5CBEEEDC-C0E0-2B78-2BF4-68D70C665D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>
            <a:extLst>
              <a:ext uri="{FF2B5EF4-FFF2-40B4-BE49-F238E27FC236}">
                <a16:creationId xmlns:a16="http://schemas.microsoft.com/office/drawing/2014/main" id="{EE9116A3-A83D-26D5-066B-A0EF19840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82AD377-7B6F-4BF8-890B-96DBD7AE523F}" type="slidenum">
              <a:rPr lang="en-US" altLang="tr-TR">
                <a:latin typeface="Times New Roman" panose="02020603050405020304" pitchFamily="18" charset="0"/>
              </a:rPr>
              <a:pPr/>
              <a:t>5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>
            <a:extLst>
              <a:ext uri="{FF2B5EF4-FFF2-40B4-BE49-F238E27FC236}">
                <a16:creationId xmlns:a16="http://schemas.microsoft.com/office/drawing/2014/main" id="{9E078BA8-4644-247D-6E67-4F69642CA43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8435" name="Notes Placeholder 2">
            <a:extLst>
              <a:ext uri="{FF2B5EF4-FFF2-40B4-BE49-F238E27FC236}">
                <a16:creationId xmlns:a16="http://schemas.microsoft.com/office/drawing/2014/main" id="{CC5F8E9D-16D5-9830-F486-4B7FC5D9C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C4C66557-422C-0585-EAB1-E80A32ECD9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BC32E37-195E-4715-8811-0B7E2C8E7FF5}" type="slidenum">
              <a:rPr lang="en-US" altLang="tr-TR">
                <a:latin typeface="Times New Roman" panose="02020603050405020304" pitchFamily="18" charset="0"/>
              </a:rPr>
              <a:pPr/>
              <a:t>6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>
            <a:extLst>
              <a:ext uri="{FF2B5EF4-FFF2-40B4-BE49-F238E27FC236}">
                <a16:creationId xmlns:a16="http://schemas.microsoft.com/office/drawing/2014/main" id="{3CD5F1D0-C6B9-ABD2-9A4F-B81F431CB76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0483" name="Notes Placeholder 2">
            <a:extLst>
              <a:ext uri="{FF2B5EF4-FFF2-40B4-BE49-F238E27FC236}">
                <a16:creationId xmlns:a16="http://schemas.microsoft.com/office/drawing/2014/main" id="{77DCBAA8-2D59-2C1D-A6C9-7404D0646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407BDA33-A295-0D36-D350-230B8BCB4B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9A58882-DDC6-4F67-8EE1-A4441AD0EA71}" type="slidenum">
              <a:rPr lang="en-US" altLang="tr-TR">
                <a:latin typeface="Times New Roman" panose="02020603050405020304" pitchFamily="18" charset="0"/>
              </a:rPr>
              <a:pPr/>
              <a:t>7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Slide Image Placeholder 1">
            <a:extLst>
              <a:ext uri="{FF2B5EF4-FFF2-40B4-BE49-F238E27FC236}">
                <a16:creationId xmlns:a16="http://schemas.microsoft.com/office/drawing/2014/main" id="{9332F520-9A36-73DF-015C-5E763D42482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2531" name="Notes Placeholder 2">
            <a:extLst>
              <a:ext uri="{FF2B5EF4-FFF2-40B4-BE49-F238E27FC236}">
                <a16:creationId xmlns:a16="http://schemas.microsoft.com/office/drawing/2014/main" id="{58D925B9-DC8A-543B-0C6F-77DCCC441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2DA6C10D-D705-44BE-8AC2-5F8347A7CB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1C24AB1-B105-45B6-8AF2-179972F1C8B0}" type="slidenum">
              <a:rPr lang="en-US" altLang="tr-TR">
                <a:latin typeface="Times New Roman" panose="02020603050405020304" pitchFamily="18" charset="0"/>
              </a:rPr>
              <a:pPr/>
              <a:t>8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15444B91-FC09-DC13-F1D9-AE703EAA43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E858A149-3AFF-7D1B-A24E-3E2F0B7E4A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C138B04A-5A8C-2F69-E5CD-5715A60CB8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BB0E3B2-C68D-44CB-B3AF-629F830BD705}" type="slidenum">
              <a:rPr lang="en-US" altLang="tr-TR">
                <a:latin typeface="Times New Roman" panose="02020603050405020304" pitchFamily="18" charset="0"/>
              </a:rPr>
              <a:pPr/>
              <a:t>9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Slide Image Placeholder 1">
            <a:extLst>
              <a:ext uri="{FF2B5EF4-FFF2-40B4-BE49-F238E27FC236}">
                <a16:creationId xmlns:a16="http://schemas.microsoft.com/office/drawing/2014/main" id="{6EA42CE0-C8C0-6071-D7DE-EB66CB87FE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6627" name="Notes Placeholder 2">
            <a:extLst>
              <a:ext uri="{FF2B5EF4-FFF2-40B4-BE49-F238E27FC236}">
                <a16:creationId xmlns:a16="http://schemas.microsoft.com/office/drawing/2014/main" id="{FD5B9836-53AE-8A36-D353-5D39567576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FBB4FB82-DA95-8AFB-5A66-FEC75652C5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A1C9CEC-CC95-4C2D-928A-6E27DD337667}" type="slidenum">
              <a:rPr lang="en-US" altLang="tr-TR">
                <a:latin typeface="Times New Roman" panose="02020603050405020304" pitchFamily="18" charset="0"/>
              </a:rPr>
              <a:pPr/>
              <a:t>10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>
            <a:extLst>
              <a:ext uri="{FF2B5EF4-FFF2-40B4-BE49-F238E27FC236}">
                <a16:creationId xmlns:a16="http://schemas.microsoft.com/office/drawing/2014/main" id="{AD120C97-EF59-0F6F-1A9D-29064E98E0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28675" name="Notes Placeholder 2">
            <a:extLst>
              <a:ext uri="{FF2B5EF4-FFF2-40B4-BE49-F238E27FC236}">
                <a16:creationId xmlns:a16="http://schemas.microsoft.com/office/drawing/2014/main" id="{C0129760-2B67-EE4F-8DE3-620D2D5A9A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28676" name="Slide Number Placeholder 3">
            <a:extLst>
              <a:ext uri="{FF2B5EF4-FFF2-40B4-BE49-F238E27FC236}">
                <a16:creationId xmlns:a16="http://schemas.microsoft.com/office/drawing/2014/main" id="{5E651B15-5193-82C7-38AC-BE77EEDB2B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BC757417-DCB9-46A4-BD7C-127B207F61D6}" type="slidenum">
              <a:rPr lang="en-US" altLang="tr-TR">
                <a:latin typeface="Times New Roman" panose="02020603050405020304" pitchFamily="18" charset="0"/>
              </a:rPr>
              <a:pPr/>
              <a:t>11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>
            <a:extLst>
              <a:ext uri="{FF2B5EF4-FFF2-40B4-BE49-F238E27FC236}">
                <a16:creationId xmlns:a16="http://schemas.microsoft.com/office/drawing/2014/main" id="{2EC8DE27-3CA5-CD05-3037-C872BA1B3F0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0723" name="Notes Placeholder 2">
            <a:extLst>
              <a:ext uri="{FF2B5EF4-FFF2-40B4-BE49-F238E27FC236}">
                <a16:creationId xmlns:a16="http://schemas.microsoft.com/office/drawing/2014/main" id="{F002CA80-340F-D3D3-A4C0-1CE6BE14F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30724" name="Slide Number Placeholder 3">
            <a:extLst>
              <a:ext uri="{FF2B5EF4-FFF2-40B4-BE49-F238E27FC236}">
                <a16:creationId xmlns:a16="http://schemas.microsoft.com/office/drawing/2014/main" id="{A744804E-F15D-D564-17FB-8F22F1F52F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8BB70D7-3C84-4520-B040-2EB22E41B7DC}" type="slidenum">
              <a:rPr lang="en-US" altLang="tr-TR">
                <a:latin typeface="Times New Roman" panose="02020603050405020304" pitchFamily="18" charset="0"/>
              </a:rPr>
              <a:pPr/>
              <a:t>12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Slide Image Placeholder 1">
            <a:extLst>
              <a:ext uri="{FF2B5EF4-FFF2-40B4-BE49-F238E27FC236}">
                <a16:creationId xmlns:a16="http://schemas.microsoft.com/office/drawing/2014/main" id="{46A9CC14-F1C8-00F2-2037-3112F39B8F0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2771" name="Notes Placeholder 2">
            <a:extLst>
              <a:ext uri="{FF2B5EF4-FFF2-40B4-BE49-F238E27FC236}">
                <a16:creationId xmlns:a16="http://schemas.microsoft.com/office/drawing/2014/main" id="{41BE57FD-83CF-622F-1C5A-0183532C29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32772" name="Slide Number Placeholder 3">
            <a:extLst>
              <a:ext uri="{FF2B5EF4-FFF2-40B4-BE49-F238E27FC236}">
                <a16:creationId xmlns:a16="http://schemas.microsoft.com/office/drawing/2014/main" id="{07027EE7-64DB-412A-7426-5485F9688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8FA40E3-83F5-4C04-B16E-3231CAE35BD3}" type="slidenum">
              <a:rPr lang="en-US" altLang="tr-TR">
                <a:latin typeface="Times New Roman" panose="02020603050405020304" pitchFamily="18" charset="0"/>
              </a:rPr>
              <a:pPr/>
              <a:t>13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>
            <a:extLst>
              <a:ext uri="{FF2B5EF4-FFF2-40B4-BE49-F238E27FC236}">
                <a16:creationId xmlns:a16="http://schemas.microsoft.com/office/drawing/2014/main" id="{651B4EF4-86B5-EA87-86BB-3F3C0CDAE6D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4819" name="Notes Placeholder 2">
            <a:extLst>
              <a:ext uri="{FF2B5EF4-FFF2-40B4-BE49-F238E27FC236}">
                <a16:creationId xmlns:a16="http://schemas.microsoft.com/office/drawing/2014/main" id="{E34A7141-A016-D488-5837-F7AC95C6A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34820" name="Slide Number Placeholder 3">
            <a:extLst>
              <a:ext uri="{FF2B5EF4-FFF2-40B4-BE49-F238E27FC236}">
                <a16:creationId xmlns:a16="http://schemas.microsoft.com/office/drawing/2014/main" id="{B7FB9266-DA12-61FE-B429-C16EC44A030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F3547E-FD97-425C-B2E6-3AFF484C706B}" type="slidenum">
              <a:rPr lang="en-US" altLang="tr-TR">
                <a:latin typeface="Times New Roman" panose="02020603050405020304" pitchFamily="18" charset="0"/>
              </a:rPr>
              <a:pPr/>
              <a:t>14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>
            <a:extLst>
              <a:ext uri="{FF2B5EF4-FFF2-40B4-BE49-F238E27FC236}">
                <a16:creationId xmlns:a16="http://schemas.microsoft.com/office/drawing/2014/main" id="{DF2C60DE-69E8-7B4B-385A-E31AC6130B5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6867" name="Notes Placeholder 2">
            <a:extLst>
              <a:ext uri="{FF2B5EF4-FFF2-40B4-BE49-F238E27FC236}">
                <a16:creationId xmlns:a16="http://schemas.microsoft.com/office/drawing/2014/main" id="{54812D11-9C53-261D-A3CC-EDFF2F300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36868" name="Slide Number Placeholder 3">
            <a:extLst>
              <a:ext uri="{FF2B5EF4-FFF2-40B4-BE49-F238E27FC236}">
                <a16:creationId xmlns:a16="http://schemas.microsoft.com/office/drawing/2014/main" id="{989A5FCB-4474-2B45-E1DD-312ABC46C52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9B0F9E8-7221-4C7A-989F-4AA9F8B761BC}" type="slidenum">
              <a:rPr lang="en-US" altLang="tr-TR">
                <a:latin typeface="Times New Roman" panose="02020603050405020304" pitchFamily="18" charset="0"/>
              </a:rPr>
              <a:pPr/>
              <a:t>15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>
            <a:extLst>
              <a:ext uri="{FF2B5EF4-FFF2-40B4-BE49-F238E27FC236}">
                <a16:creationId xmlns:a16="http://schemas.microsoft.com/office/drawing/2014/main" id="{565A7F47-C30B-CEE4-473F-87AC01326E5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38915" name="Notes Placeholder 2">
            <a:extLst>
              <a:ext uri="{FF2B5EF4-FFF2-40B4-BE49-F238E27FC236}">
                <a16:creationId xmlns:a16="http://schemas.microsoft.com/office/drawing/2014/main" id="{F9EC4872-2F72-E930-8514-EE8EAEC0F5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38916" name="Slide Number Placeholder 3">
            <a:extLst>
              <a:ext uri="{FF2B5EF4-FFF2-40B4-BE49-F238E27FC236}">
                <a16:creationId xmlns:a16="http://schemas.microsoft.com/office/drawing/2014/main" id="{9C3A3385-90E2-6A26-8C21-575B2A814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C074966-3558-43DF-92B2-890599D15F51}" type="slidenum">
              <a:rPr lang="en-US" altLang="tr-TR">
                <a:latin typeface="Times New Roman" panose="02020603050405020304" pitchFamily="18" charset="0"/>
              </a:rPr>
              <a:pPr/>
              <a:t>16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>
            <a:extLst>
              <a:ext uri="{FF2B5EF4-FFF2-40B4-BE49-F238E27FC236}">
                <a16:creationId xmlns:a16="http://schemas.microsoft.com/office/drawing/2014/main" id="{96398F8C-8ED3-6C6F-B6AA-426AA0368EA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0963" name="Notes Placeholder 2">
            <a:extLst>
              <a:ext uri="{FF2B5EF4-FFF2-40B4-BE49-F238E27FC236}">
                <a16:creationId xmlns:a16="http://schemas.microsoft.com/office/drawing/2014/main" id="{09614DE6-3F91-A6F5-E9DC-64166714E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40964" name="Slide Number Placeholder 3">
            <a:extLst>
              <a:ext uri="{FF2B5EF4-FFF2-40B4-BE49-F238E27FC236}">
                <a16:creationId xmlns:a16="http://schemas.microsoft.com/office/drawing/2014/main" id="{D26B0161-40EA-4A6A-5AB4-4330403B7C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55470A9F-C06E-465F-8BA9-64AD5C78BCAC}" type="slidenum">
              <a:rPr lang="en-US" altLang="tr-TR">
                <a:latin typeface="Times New Roman" panose="02020603050405020304" pitchFamily="18" charset="0"/>
              </a:rPr>
              <a:pPr/>
              <a:t>17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>
            <a:extLst>
              <a:ext uri="{FF2B5EF4-FFF2-40B4-BE49-F238E27FC236}">
                <a16:creationId xmlns:a16="http://schemas.microsoft.com/office/drawing/2014/main" id="{167E5C72-A341-AFEA-53C6-C627D1E92C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3011" name="Notes Placeholder 2">
            <a:extLst>
              <a:ext uri="{FF2B5EF4-FFF2-40B4-BE49-F238E27FC236}">
                <a16:creationId xmlns:a16="http://schemas.microsoft.com/office/drawing/2014/main" id="{A7FC22FB-6F75-F453-1796-BB91FF2EE0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43012" name="Slide Number Placeholder 3">
            <a:extLst>
              <a:ext uri="{FF2B5EF4-FFF2-40B4-BE49-F238E27FC236}">
                <a16:creationId xmlns:a16="http://schemas.microsoft.com/office/drawing/2014/main" id="{259DD5EE-7858-81BA-4231-BEF933CE29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AD55443-B384-4D02-B710-2AECC76D8B5F}" type="slidenum">
              <a:rPr lang="en-US" altLang="tr-TR">
                <a:latin typeface="Times New Roman" panose="02020603050405020304" pitchFamily="18" charset="0"/>
              </a:rPr>
              <a:pPr/>
              <a:t>18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1AE3B9D4-7AC7-C658-EEC2-D7F536262D1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B2E9046C-C54F-1DCE-92D8-9843BA552F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17CF0CD4-A054-1C25-D443-43C92B1480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8CA2929-6BBE-40DE-914C-51994C0064BB}" type="slidenum">
              <a:rPr lang="en-US" altLang="tr-TR">
                <a:latin typeface="Times New Roman" panose="02020603050405020304" pitchFamily="18" charset="0"/>
              </a:rPr>
              <a:pPr/>
              <a:t>19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Slide Image Placeholder 1">
            <a:extLst>
              <a:ext uri="{FF2B5EF4-FFF2-40B4-BE49-F238E27FC236}">
                <a16:creationId xmlns:a16="http://schemas.microsoft.com/office/drawing/2014/main" id="{2FAD3138-12CA-2F3E-4D3A-AEE44AE6EAD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7107" name="Notes Placeholder 2">
            <a:extLst>
              <a:ext uri="{FF2B5EF4-FFF2-40B4-BE49-F238E27FC236}">
                <a16:creationId xmlns:a16="http://schemas.microsoft.com/office/drawing/2014/main" id="{53976365-E939-288A-6A8C-C1D28CFA8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47108" name="Slide Number Placeholder 3">
            <a:extLst>
              <a:ext uri="{FF2B5EF4-FFF2-40B4-BE49-F238E27FC236}">
                <a16:creationId xmlns:a16="http://schemas.microsoft.com/office/drawing/2014/main" id="{A97C042A-98A4-2D65-DADE-CF96CAD8CDA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9F178B41-AC8B-43C7-9482-D28526C97FDC}" type="slidenum">
              <a:rPr lang="en-US" altLang="tr-TR">
                <a:latin typeface="Times New Roman" panose="02020603050405020304" pitchFamily="18" charset="0"/>
              </a:rPr>
              <a:pPr/>
              <a:t>20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Image Placeholder 1">
            <a:extLst>
              <a:ext uri="{FF2B5EF4-FFF2-40B4-BE49-F238E27FC236}">
                <a16:creationId xmlns:a16="http://schemas.microsoft.com/office/drawing/2014/main" id="{F5F9171F-81FD-BA87-EEFD-5C2145CEC5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49155" name="Notes Placeholder 2">
            <a:extLst>
              <a:ext uri="{FF2B5EF4-FFF2-40B4-BE49-F238E27FC236}">
                <a16:creationId xmlns:a16="http://schemas.microsoft.com/office/drawing/2014/main" id="{F2DE86FB-EDEC-5B7B-3D61-89299FACE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49156" name="Slide Number Placeholder 3">
            <a:extLst>
              <a:ext uri="{FF2B5EF4-FFF2-40B4-BE49-F238E27FC236}">
                <a16:creationId xmlns:a16="http://schemas.microsoft.com/office/drawing/2014/main" id="{3002E8CD-4B7B-6998-D0A3-1AD2BE1167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D761FFD0-8CB5-4EC2-8E61-5785E5AFC7D8}" type="slidenum">
              <a:rPr lang="en-US" altLang="tr-TR">
                <a:latin typeface="Times New Roman" panose="02020603050405020304" pitchFamily="18" charset="0"/>
              </a:rPr>
              <a:pPr/>
              <a:t>21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Image Placeholder 1">
            <a:extLst>
              <a:ext uri="{FF2B5EF4-FFF2-40B4-BE49-F238E27FC236}">
                <a16:creationId xmlns:a16="http://schemas.microsoft.com/office/drawing/2014/main" id="{5B465963-881B-86B1-47E6-1D55267E7D6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1203" name="Notes Placeholder 2">
            <a:extLst>
              <a:ext uri="{FF2B5EF4-FFF2-40B4-BE49-F238E27FC236}">
                <a16:creationId xmlns:a16="http://schemas.microsoft.com/office/drawing/2014/main" id="{E8D2CB41-8A1E-BA79-F8D7-961BC696DC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1204" name="Slide Number Placeholder 3">
            <a:extLst>
              <a:ext uri="{FF2B5EF4-FFF2-40B4-BE49-F238E27FC236}">
                <a16:creationId xmlns:a16="http://schemas.microsoft.com/office/drawing/2014/main" id="{E8DBB546-0B20-9358-E32F-CAFE6ACE14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3C4B488-909A-41DA-B57A-EFF06DDD8C8C}" type="slidenum">
              <a:rPr lang="en-US" altLang="tr-TR">
                <a:latin typeface="Times New Roman" panose="02020603050405020304" pitchFamily="18" charset="0"/>
              </a:rPr>
              <a:pPr/>
              <a:t>22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Image Placeholder 1">
            <a:extLst>
              <a:ext uri="{FF2B5EF4-FFF2-40B4-BE49-F238E27FC236}">
                <a16:creationId xmlns:a16="http://schemas.microsoft.com/office/drawing/2014/main" id="{BC3E5F65-AEB2-2F18-A5FB-E58506CC4C1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3251" name="Notes Placeholder 2">
            <a:extLst>
              <a:ext uri="{FF2B5EF4-FFF2-40B4-BE49-F238E27FC236}">
                <a16:creationId xmlns:a16="http://schemas.microsoft.com/office/drawing/2014/main" id="{D97D21D3-ACB9-D9A1-BE65-A695EC2DF1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3252" name="Slide Number Placeholder 3">
            <a:extLst>
              <a:ext uri="{FF2B5EF4-FFF2-40B4-BE49-F238E27FC236}">
                <a16:creationId xmlns:a16="http://schemas.microsoft.com/office/drawing/2014/main" id="{C18E142D-D856-B0C9-2081-9F79690A1F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EA729DC-CA6F-4750-A85B-BAEF612DD68D}" type="slidenum">
              <a:rPr lang="en-US" altLang="tr-TR">
                <a:latin typeface="Times New Roman" panose="02020603050405020304" pitchFamily="18" charset="0"/>
              </a:rPr>
              <a:pPr/>
              <a:t>23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>
            <a:extLst>
              <a:ext uri="{FF2B5EF4-FFF2-40B4-BE49-F238E27FC236}">
                <a16:creationId xmlns:a16="http://schemas.microsoft.com/office/drawing/2014/main" id="{763B386E-A72D-C7AD-2943-7D21363A285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5299" name="Notes Placeholder 2">
            <a:extLst>
              <a:ext uri="{FF2B5EF4-FFF2-40B4-BE49-F238E27FC236}">
                <a16:creationId xmlns:a16="http://schemas.microsoft.com/office/drawing/2014/main" id="{D2A7D608-E2FD-ECD5-7C6E-A8F1C3A0B0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5300" name="Slide Number Placeholder 3">
            <a:extLst>
              <a:ext uri="{FF2B5EF4-FFF2-40B4-BE49-F238E27FC236}">
                <a16:creationId xmlns:a16="http://schemas.microsoft.com/office/drawing/2014/main" id="{79D2D4EA-4CEB-3376-12BF-676DE092E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2A3DB5B8-9AB6-4A19-958A-071519D0172F}" type="slidenum">
              <a:rPr lang="en-US" altLang="tr-TR">
                <a:latin typeface="Times New Roman" panose="02020603050405020304" pitchFamily="18" charset="0"/>
              </a:rPr>
              <a:pPr/>
              <a:t>24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>
            <a:extLst>
              <a:ext uri="{FF2B5EF4-FFF2-40B4-BE49-F238E27FC236}">
                <a16:creationId xmlns:a16="http://schemas.microsoft.com/office/drawing/2014/main" id="{0343BBD6-9BD3-D39E-6CAF-9A0965C4671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7347" name="Notes Placeholder 2">
            <a:extLst>
              <a:ext uri="{FF2B5EF4-FFF2-40B4-BE49-F238E27FC236}">
                <a16:creationId xmlns:a16="http://schemas.microsoft.com/office/drawing/2014/main" id="{00BF7F28-1D4A-84C1-A334-6BBA8CC322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7348" name="Slide Number Placeholder 3">
            <a:extLst>
              <a:ext uri="{FF2B5EF4-FFF2-40B4-BE49-F238E27FC236}">
                <a16:creationId xmlns:a16="http://schemas.microsoft.com/office/drawing/2014/main" id="{94BA9779-DCC6-ED25-329C-9FE23CBDE57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4E501F28-6CF5-453E-95BA-379CB22633F5}" type="slidenum">
              <a:rPr lang="en-US" altLang="tr-TR">
                <a:latin typeface="Times New Roman" panose="02020603050405020304" pitchFamily="18" charset="0"/>
              </a:rPr>
              <a:pPr/>
              <a:t>25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Image Placeholder 1">
            <a:extLst>
              <a:ext uri="{FF2B5EF4-FFF2-40B4-BE49-F238E27FC236}">
                <a16:creationId xmlns:a16="http://schemas.microsoft.com/office/drawing/2014/main" id="{2393CB5B-AB6E-F27E-97A9-5EA5D6A567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59395" name="Notes Placeholder 2">
            <a:extLst>
              <a:ext uri="{FF2B5EF4-FFF2-40B4-BE49-F238E27FC236}">
                <a16:creationId xmlns:a16="http://schemas.microsoft.com/office/drawing/2014/main" id="{F4110CCB-150A-1CF3-93E0-3E157F24F0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59396" name="Slide Number Placeholder 3">
            <a:extLst>
              <a:ext uri="{FF2B5EF4-FFF2-40B4-BE49-F238E27FC236}">
                <a16:creationId xmlns:a16="http://schemas.microsoft.com/office/drawing/2014/main" id="{598E60A4-98B8-9335-15A2-94A5AA4F541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1D2A6884-121F-4ECD-9958-609315AB512C}" type="slidenum">
              <a:rPr lang="en-US" altLang="tr-TR">
                <a:latin typeface="Times New Roman" panose="02020603050405020304" pitchFamily="18" charset="0"/>
              </a:rPr>
              <a:pPr/>
              <a:t>26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FDAE8353-7E79-A58F-BACE-0C2F1C892AA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D7E8F028-B1C9-0AD6-E46E-FC46520807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C705DB22-F3B4-762F-3E5B-EA55B8BA73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41B522C-55E2-47AA-A913-6F89F1649462}" type="slidenum">
              <a:rPr lang="en-US" altLang="tr-TR">
                <a:latin typeface="Times New Roman" panose="02020603050405020304" pitchFamily="18" charset="0"/>
              </a:rPr>
              <a:pPr/>
              <a:t>27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>
            <a:extLst>
              <a:ext uri="{FF2B5EF4-FFF2-40B4-BE49-F238E27FC236}">
                <a16:creationId xmlns:a16="http://schemas.microsoft.com/office/drawing/2014/main" id="{45FA81B7-E4E4-2B1D-9EC8-BD4E55FAA48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4515" name="Notes Placeholder 2">
            <a:extLst>
              <a:ext uri="{FF2B5EF4-FFF2-40B4-BE49-F238E27FC236}">
                <a16:creationId xmlns:a16="http://schemas.microsoft.com/office/drawing/2014/main" id="{1096BD0F-0E60-6EEA-5429-824EE4A780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64516" name="Slide Number Placeholder 3">
            <a:extLst>
              <a:ext uri="{FF2B5EF4-FFF2-40B4-BE49-F238E27FC236}">
                <a16:creationId xmlns:a16="http://schemas.microsoft.com/office/drawing/2014/main" id="{81C6EDB1-62CE-DD7F-53F2-813A4388DD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0B4CA4F-85E5-4216-A7EE-E3750F1F59C7}" type="slidenum">
              <a:rPr lang="en-US" altLang="tr-TR">
                <a:latin typeface="Times New Roman" panose="02020603050405020304" pitchFamily="18" charset="0"/>
              </a:rPr>
              <a:pPr/>
              <a:t>29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Image Placeholder 1">
            <a:extLst>
              <a:ext uri="{FF2B5EF4-FFF2-40B4-BE49-F238E27FC236}">
                <a16:creationId xmlns:a16="http://schemas.microsoft.com/office/drawing/2014/main" id="{132CAC33-AF19-2B04-B5D8-E4380B74FEC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6563" name="Notes Placeholder 2">
            <a:extLst>
              <a:ext uri="{FF2B5EF4-FFF2-40B4-BE49-F238E27FC236}">
                <a16:creationId xmlns:a16="http://schemas.microsoft.com/office/drawing/2014/main" id="{5673E3CE-0188-EED5-3523-E9A50536A1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66564" name="Slide Number Placeholder 3">
            <a:extLst>
              <a:ext uri="{FF2B5EF4-FFF2-40B4-BE49-F238E27FC236}">
                <a16:creationId xmlns:a16="http://schemas.microsoft.com/office/drawing/2014/main" id="{AC59E24A-B341-C066-EB10-8E3E15503A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0F0CAFFB-D8FF-4DB1-8EF1-0CFB4B2C54BB}" type="slidenum">
              <a:rPr lang="en-US" altLang="tr-TR">
                <a:latin typeface="Times New Roman" panose="02020603050405020304" pitchFamily="18" charset="0"/>
              </a:rPr>
              <a:pPr/>
              <a:t>30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>
            <a:extLst>
              <a:ext uri="{FF2B5EF4-FFF2-40B4-BE49-F238E27FC236}">
                <a16:creationId xmlns:a16="http://schemas.microsoft.com/office/drawing/2014/main" id="{362AD820-23C6-BC21-75A3-A16C662F6FD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8611" name="Notes Placeholder 2">
            <a:extLst>
              <a:ext uri="{FF2B5EF4-FFF2-40B4-BE49-F238E27FC236}">
                <a16:creationId xmlns:a16="http://schemas.microsoft.com/office/drawing/2014/main" id="{EED2B412-CED7-0D74-1977-BF903C3923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68612" name="Slide Number Placeholder 3">
            <a:extLst>
              <a:ext uri="{FF2B5EF4-FFF2-40B4-BE49-F238E27FC236}">
                <a16:creationId xmlns:a16="http://schemas.microsoft.com/office/drawing/2014/main" id="{1C30A100-0D0E-0994-ED04-FDC6655D99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CFF4DFC6-423B-40EC-BF00-A6762D4000A0}" type="slidenum">
              <a:rPr lang="en-US" altLang="tr-TR">
                <a:latin typeface="Times New Roman" panose="02020603050405020304" pitchFamily="18" charset="0"/>
              </a:rPr>
              <a:pPr/>
              <a:t>31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Image Placeholder 1">
            <a:extLst>
              <a:ext uri="{FF2B5EF4-FFF2-40B4-BE49-F238E27FC236}">
                <a16:creationId xmlns:a16="http://schemas.microsoft.com/office/drawing/2014/main" id="{CE9CAEE9-A552-0E3F-2DFF-71AA804900D6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0659" name="Notes Placeholder 2">
            <a:extLst>
              <a:ext uri="{FF2B5EF4-FFF2-40B4-BE49-F238E27FC236}">
                <a16:creationId xmlns:a16="http://schemas.microsoft.com/office/drawing/2014/main" id="{8776FF9C-E1BE-7065-4034-849B4BDD01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70660" name="Slide Number Placeholder 3">
            <a:extLst>
              <a:ext uri="{FF2B5EF4-FFF2-40B4-BE49-F238E27FC236}">
                <a16:creationId xmlns:a16="http://schemas.microsoft.com/office/drawing/2014/main" id="{FEBA6939-88A4-AFE0-4083-553ADF7205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3E0DC399-D5A1-49F9-A1B1-954CFAEE8E94}" type="slidenum">
              <a:rPr lang="en-US" altLang="tr-TR">
                <a:latin typeface="Times New Roman" panose="02020603050405020304" pitchFamily="18" charset="0"/>
              </a:rPr>
              <a:pPr/>
              <a:t>32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Image Placeholder 1">
            <a:extLst>
              <a:ext uri="{FF2B5EF4-FFF2-40B4-BE49-F238E27FC236}">
                <a16:creationId xmlns:a16="http://schemas.microsoft.com/office/drawing/2014/main" id="{C580C0B4-EA1A-975A-7B17-F6B04F9F4A9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2707" name="Notes Placeholder 2">
            <a:extLst>
              <a:ext uri="{FF2B5EF4-FFF2-40B4-BE49-F238E27FC236}">
                <a16:creationId xmlns:a16="http://schemas.microsoft.com/office/drawing/2014/main" id="{BC89E87B-7D82-F47B-32DF-44FC3E7B06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72708" name="Slide Number Placeholder 3">
            <a:extLst>
              <a:ext uri="{FF2B5EF4-FFF2-40B4-BE49-F238E27FC236}">
                <a16:creationId xmlns:a16="http://schemas.microsoft.com/office/drawing/2014/main" id="{4028285C-BD84-5AA9-659B-1015E17F0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811C4A3D-2E5F-4BAE-8334-4D720A30D750}" type="slidenum">
              <a:rPr lang="en-US" altLang="tr-TR">
                <a:latin typeface="Times New Roman" panose="02020603050405020304" pitchFamily="18" charset="0"/>
              </a:rPr>
              <a:pPr/>
              <a:t>33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Image Placeholder 1">
            <a:extLst>
              <a:ext uri="{FF2B5EF4-FFF2-40B4-BE49-F238E27FC236}">
                <a16:creationId xmlns:a16="http://schemas.microsoft.com/office/drawing/2014/main" id="{9CC09BD3-44C1-F0D1-6DFD-28E1631807A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4755" name="Notes Placeholder 2">
            <a:extLst>
              <a:ext uri="{FF2B5EF4-FFF2-40B4-BE49-F238E27FC236}">
                <a16:creationId xmlns:a16="http://schemas.microsoft.com/office/drawing/2014/main" id="{A522C3C8-AD42-EE9D-8174-615593314E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tr-TR" altLang="tr-TR">
              <a:ea typeface="ＭＳ Ｐゴシック" panose="020B0600070205080204" pitchFamily="34" charset="-128"/>
            </a:endParaRPr>
          </a:p>
        </p:txBody>
      </p:sp>
      <p:sp>
        <p:nvSpPr>
          <p:cNvPr id="74756" name="Slide Number Placeholder 3">
            <a:extLst>
              <a:ext uri="{FF2B5EF4-FFF2-40B4-BE49-F238E27FC236}">
                <a16:creationId xmlns:a16="http://schemas.microsoft.com/office/drawing/2014/main" id="{8210FF66-1190-AB5B-B53A-DFF568341E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E41F2B49-3164-4CE0-B181-9D6FA596D258}" type="slidenum">
              <a:rPr lang="en-US" altLang="tr-TR">
                <a:latin typeface="Times New Roman" panose="02020603050405020304" pitchFamily="18" charset="0"/>
              </a:rPr>
              <a:pPr/>
              <a:t>34</a:t>
            </a:fld>
            <a:endParaRPr lang="en-US" altLang="tr-TR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47969-7EEE-9238-6E67-93C23B13D8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6BD9D2-8B07-6B09-C426-F24E9696BB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CF83-24E6-A7E4-B464-52117A18A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A338A5-2FB3-DDC1-19EE-7E70E8743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F03EDF-ABA6-A9B5-9770-99F4F5F85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5516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712FCE-4BFA-7EA3-4D0A-ADD596E167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36741-3DE7-65D9-1AD8-D47D113E89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5A03F0-4603-F6A8-16CF-CA1BCD467A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19AEB-AD13-50BF-ED4E-BB3222DC1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DFC29C-38C4-F249-D452-DC339AECB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46848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B3D34A-6F53-B21D-A195-DFBF803F8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8DE469-078B-083D-1E04-5F282EA1EA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1ED39-C629-BF47-746A-5855F01119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AE34F6-0842-7155-D9B3-26F0C9A7F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AB006-BEE0-9DEA-AAFB-3DE4FAD4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45360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01D22-338D-9477-3AFB-3B4B99E83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010F8-84C8-A891-D380-489F81E34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ADA54-75AF-F526-7122-BEA1A40352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988625-894A-455A-A171-57658A728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40AA8A-A9E1-C024-91F2-B46FDCDC4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3A2170-B9AB-0BB7-E809-C2106429B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18555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F4328-E647-EF08-11C6-3D46894C43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B9F9C3-8BA7-EB0E-846E-B65D5B6E90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25F7A0-FA5D-D8AE-1F10-567FD193E7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DFB534-B281-31AA-6470-364C4F0760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754FE-BCF3-4336-A934-5C90B0429E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9CF8E52-737E-A938-127A-764A1F65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A878D4-1E9B-3898-55CD-506B107A9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930B05-D91A-ED50-8382-4C869DC539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365310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D2B38-AC9A-8508-32F6-22EFDD2FD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971160-5FAF-286F-AA22-FB403343A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3DEFA3-6F5B-BA58-6E4E-CE9B3C962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7701D3-4DD3-D759-F131-3B6CC001F0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43694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C9FBA-C0D8-4041-9A1F-A5B9E97A9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87ADBD-62E1-C54E-EDB3-880928B7DE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D8DD0D-F5ED-5B0E-D4BC-CEB061A1C5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577051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C9E5C-69AE-56F1-79E5-924577D55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3D85A3-B0F4-2080-F179-80A12585D9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770B1F-707B-F658-2C14-E56DAE167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B01253-D4FD-C7DF-AD1D-CF777D65B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54BCAC-FB07-F16C-A5AB-5FC66D66F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C47059-4AEA-986F-7B79-DB7F78EFB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6860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8C524C-9A3C-BC13-D769-3775A62775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F50328-9CFC-F832-69FC-D6C12FBA45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CA5AD-584B-44D2-3D39-B86CBC5FB1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370138-5FAE-3DB4-79D3-A3C80FA69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82068F-C1EC-E416-CD54-2F9CAE5F5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393A0-3B8D-BAB3-46FA-159FB8DF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743738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31D5-A8D2-D3ED-F122-2202B8431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83A24-D2C2-1DD4-F378-FECAD91E98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B1CA4-8F75-6E65-397B-8EC9E16FF2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69E7A9-9AE0-012F-0B2E-1EAEA891A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08B787-70E6-D380-FAD5-096300EE5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54969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CDA59E0-3B57-C151-9A54-E99D9BFA79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28EF85-514A-848E-4AD4-8EA973C5BA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7F459F-A49C-0F57-AFE7-932A50F3D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5221F-B701-0BE4-11A3-C07D068F1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8674BE-D6A0-DF8D-0014-CFB5EBECD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03787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200" y="381000"/>
            <a:ext cx="1076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711200" y="16764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1200" y="4038600"/>
            <a:ext cx="10769600" cy="2209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91406C-084D-EC30-ABEB-1B574958455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 sz="1400">
                <a:latin typeface="+mj-lt"/>
              </a:defRPr>
            </a:lvl1pPr>
          </a:lstStyle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E7D7B2-1BFB-92A0-A3E0-1376119C61E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CFDE01DA-7C76-4F69-925A-9B69ED07D48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318225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47DF1FE-1103-94FE-FE81-EC5B8BC67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22046B-1FCC-09D9-48D0-181039487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052B2-4A66-DA07-36F5-37F87474C7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FDF30F-D7A3-4EE3-A4D5-DB9F26F6CDD1}" type="datetimeFigureOut">
              <a:rPr lang="en-PH" smtClean="0"/>
              <a:t>10/08/2022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E1F28-7A21-4567-01F6-FCAFD2D109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FD6E31-A04D-0502-27D8-E9BC8859CE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9006F-5883-4527-9D28-4E1A43423EE7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792956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83CD3-7DDD-B914-B115-D80EA89E1BF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Normalization of Database Tables</a:t>
            </a:r>
            <a:endParaRPr lang="en-PH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098A6C9-2397-1999-F188-C919D33527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Module 10</a:t>
            </a:r>
          </a:p>
          <a:p>
            <a:r>
              <a:rPr lang="en-US" dirty="0"/>
              <a:t>Prepared by: Engr. Ryan D. </a:t>
            </a:r>
            <a:r>
              <a:rPr lang="en-US"/>
              <a:t>Francisco</a:t>
            </a:r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683598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1026">
            <a:extLst>
              <a:ext uri="{FF2B5EF4-FFF2-40B4-BE49-F238E27FC236}">
                <a16:creationId xmlns:a16="http://schemas.microsoft.com/office/drawing/2014/main" id="{39A82D35-868F-2F79-A000-FC7646F7852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Database Tables and Normalization</a:t>
            </a:r>
          </a:p>
        </p:txBody>
      </p:sp>
      <p:sp>
        <p:nvSpPr>
          <p:cNvPr id="9219" name="Rectangle 1027">
            <a:extLst>
              <a:ext uri="{FF2B5EF4-FFF2-40B4-BE49-F238E27FC236}">
                <a16:creationId xmlns:a16="http://schemas.microsoft.com/office/drawing/2014/main" id="{A92B4433-B2A4-8DBD-9345-37F7B72F51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Normalization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Process for evaluating and correcting table structures to minimize data redundancies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Reduces data anomalies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Series of stages called normal forms: 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First normal form (1NF)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Second normal form (2NF)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Third normal form (3NF)</a:t>
            </a:r>
          </a:p>
        </p:txBody>
      </p:sp>
      <p:sp>
        <p:nvSpPr>
          <p:cNvPr id="4098" name="Footer Placeholder 3">
            <a:extLst>
              <a:ext uri="{FF2B5EF4-FFF2-40B4-BE49-F238E27FC236}">
                <a16:creationId xmlns:a16="http://schemas.microsoft.com/office/drawing/2014/main" id="{EFE1BFD2-8B36-493A-CC07-5AEF49938FF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9221" name="Slide Number Placeholder 4">
            <a:extLst>
              <a:ext uri="{FF2B5EF4-FFF2-40B4-BE49-F238E27FC236}">
                <a16:creationId xmlns:a16="http://schemas.microsoft.com/office/drawing/2014/main" id="{6138F7BF-0EDC-E4A2-8172-2EA2AF855F1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E8E8C7D-DD7D-4B67-824E-A5172DB0210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1026">
            <a:extLst>
              <a:ext uri="{FF2B5EF4-FFF2-40B4-BE49-F238E27FC236}">
                <a16:creationId xmlns:a16="http://schemas.microsoft.com/office/drawing/2014/main" id="{60771606-FD4B-0418-4FEE-60D10BF80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Database Tables and Normalization (cont’d.)</a:t>
            </a:r>
          </a:p>
        </p:txBody>
      </p:sp>
      <p:sp>
        <p:nvSpPr>
          <p:cNvPr id="11267" name="Rectangle 1027">
            <a:extLst>
              <a:ext uri="{FF2B5EF4-FFF2-40B4-BE49-F238E27FC236}">
                <a16:creationId xmlns:a16="http://schemas.microsoft.com/office/drawing/2014/main" id="{7E53C084-5082-9B15-C55E-0B39F76E24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Normalization (continued)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2NF is better than 1NF; 3NF is better than 2NF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For most business database design purposes, 3NF is as high as needed in normalization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Highest level of normalization is not always most desirable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Denormalization produces a lower normal form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Increased performance but greater data redundancy</a:t>
            </a:r>
          </a:p>
        </p:txBody>
      </p:sp>
      <p:sp>
        <p:nvSpPr>
          <p:cNvPr id="5122" name="Footer Placeholder 3">
            <a:extLst>
              <a:ext uri="{FF2B5EF4-FFF2-40B4-BE49-F238E27FC236}">
                <a16:creationId xmlns:a16="http://schemas.microsoft.com/office/drawing/2014/main" id="{68A22799-9CA5-6B1C-FCD3-0B5722432B9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1269" name="Slide Number Placeholder 4">
            <a:extLst>
              <a:ext uri="{FF2B5EF4-FFF2-40B4-BE49-F238E27FC236}">
                <a16:creationId xmlns:a16="http://schemas.microsoft.com/office/drawing/2014/main" id="{8E693D23-68A9-A442-BEE5-DB04BC06CE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6DDDDB1-3869-4314-BCE1-F7C688933A2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1026">
            <a:extLst>
              <a:ext uri="{FF2B5EF4-FFF2-40B4-BE49-F238E27FC236}">
                <a16:creationId xmlns:a16="http://schemas.microsoft.com/office/drawing/2014/main" id="{01E8DFB8-E81E-E4A7-D7D7-DE04221F68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Need for Normalization</a:t>
            </a:r>
          </a:p>
        </p:txBody>
      </p:sp>
      <p:sp>
        <p:nvSpPr>
          <p:cNvPr id="13315" name="Rectangle 1027">
            <a:extLst>
              <a:ext uri="{FF2B5EF4-FFF2-40B4-BE49-F238E27FC236}">
                <a16:creationId xmlns:a16="http://schemas.microsoft.com/office/drawing/2014/main" id="{B0F0A5FC-A63F-02EB-9226-EB31E392B4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Example: company that manages building projects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Charges its clients by billing hours spent on each contract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Hourly billing rate is dependent on employee’s position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Periodically, report is generated that contains information such as displayed in Table 6.1</a:t>
            </a:r>
          </a:p>
        </p:txBody>
      </p:sp>
      <p:sp>
        <p:nvSpPr>
          <p:cNvPr id="6146" name="Footer Placeholder 3">
            <a:extLst>
              <a:ext uri="{FF2B5EF4-FFF2-40B4-BE49-F238E27FC236}">
                <a16:creationId xmlns:a16="http://schemas.microsoft.com/office/drawing/2014/main" id="{CD511F31-E260-B797-EC72-5AD4520EF37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3317" name="Slide Number Placeholder 4">
            <a:extLst>
              <a:ext uri="{FF2B5EF4-FFF2-40B4-BE49-F238E27FC236}">
                <a16:creationId xmlns:a16="http://schemas.microsoft.com/office/drawing/2014/main" id="{F8541635-0A44-1A49-5485-D709934306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5841712-4FA9-4829-968F-DE5E93836FC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4" descr="Fig06-01.bmp">
            <a:extLst>
              <a:ext uri="{FF2B5EF4-FFF2-40B4-BE49-F238E27FC236}">
                <a16:creationId xmlns:a16="http://schemas.microsoft.com/office/drawing/2014/main" id="{E99415CA-567B-7E5C-1C6D-C8ECBB6648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0425" y="762000"/>
            <a:ext cx="7920038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1" name="Footer Placeholder 4">
            <a:extLst>
              <a:ext uri="{FF2B5EF4-FFF2-40B4-BE49-F238E27FC236}">
                <a16:creationId xmlns:a16="http://schemas.microsoft.com/office/drawing/2014/main" id="{8FB743C2-8CBC-DF13-9233-3318FE1C17F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15364" name="Slide Number Placeholder 5">
            <a:extLst>
              <a:ext uri="{FF2B5EF4-FFF2-40B4-BE49-F238E27FC236}">
                <a16:creationId xmlns:a16="http://schemas.microsoft.com/office/drawing/2014/main" id="{8EB1A3B8-D47C-94DA-8247-2EF5BEA3CA1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7CEE1B1-6F6E-4663-B18D-A11275A893D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E5D51FF8-B8C5-5807-057E-0A223BA630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Need for Normalization (cont’d.)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0CAE024-3AE9-001D-EF23-341D8E71B2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Structure of data set in Figure 6.1 does not handle data very well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Table structure appears to work; report is generated with ease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Relational database environment is suited to help designer avoid data integrity problems</a:t>
            </a:r>
          </a:p>
        </p:txBody>
      </p:sp>
      <p:sp>
        <p:nvSpPr>
          <p:cNvPr id="9218" name="Footer Placeholder 3">
            <a:extLst>
              <a:ext uri="{FF2B5EF4-FFF2-40B4-BE49-F238E27FC236}">
                <a16:creationId xmlns:a16="http://schemas.microsoft.com/office/drawing/2014/main" id="{4BB27371-7B68-81C6-3FF1-1363668968D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7413" name="Slide Number Placeholder 4">
            <a:extLst>
              <a:ext uri="{FF2B5EF4-FFF2-40B4-BE49-F238E27FC236}">
                <a16:creationId xmlns:a16="http://schemas.microsoft.com/office/drawing/2014/main" id="{334BC2F3-6FB5-6302-7592-69BC041D443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D59137-ED49-46E5-8C07-E5356558FDB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D1AEE761-0BF6-EABF-2B41-2D4F248438B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Normalization Process</a:t>
            </a: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11AEC6C-58FF-B320-1768-1841E6DD2C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Each table represents a single subject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No data item will be unnecessarily stored in more than one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All nonprime attributes in a table are dependent on the primary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Each table is void of insertion, update, and deletion anomalies</a:t>
            </a:r>
          </a:p>
        </p:txBody>
      </p:sp>
      <p:sp>
        <p:nvSpPr>
          <p:cNvPr id="10242" name="Footer Placeholder 3">
            <a:extLst>
              <a:ext uri="{FF2B5EF4-FFF2-40B4-BE49-F238E27FC236}">
                <a16:creationId xmlns:a16="http://schemas.microsoft.com/office/drawing/2014/main" id="{CBD961B3-E92C-09B9-492A-1043D429201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19461" name="Slide Number Placeholder 4">
            <a:extLst>
              <a:ext uri="{FF2B5EF4-FFF2-40B4-BE49-F238E27FC236}">
                <a16:creationId xmlns:a16="http://schemas.microsoft.com/office/drawing/2014/main" id="{8CA9FB98-A98A-CE64-7B76-178500C20AB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9816D6E-B43C-4AFA-BC67-BA6D2810123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4" descr="Tbl06-02.bmp">
            <a:extLst>
              <a:ext uri="{FF2B5EF4-FFF2-40B4-BE49-F238E27FC236}">
                <a16:creationId xmlns:a16="http://schemas.microsoft.com/office/drawing/2014/main" id="{E091883B-B40B-1D6E-9D78-F29CC7B1AA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9" y="2133600"/>
            <a:ext cx="7985125" cy="185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7" name="Footer Placeholder 1">
            <a:extLst>
              <a:ext uri="{FF2B5EF4-FFF2-40B4-BE49-F238E27FC236}">
                <a16:creationId xmlns:a16="http://schemas.microsoft.com/office/drawing/2014/main" id="{61F6D9F5-42D5-73BF-B294-65D57B7D8B2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21508" name="Slide Number Placeholder 2">
            <a:extLst>
              <a:ext uri="{FF2B5EF4-FFF2-40B4-BE49-F238E27FC236}">
                <a16:creationId xmlns:a16="http://schemas.microsoft.com/office/drawing/2014/main" id="{57DAA518-3A14-E8D7-EE07-DF36875C471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615D11B2-ABD2-48CC-AE3C-A1E7ED01DBD5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Footer Placeholder 3">
            <a:extLst>
              <a:ext uri="{FF2B5EF4-FFF2-40B4-BE49-F238E27FC236}">
                <a16:creationId xmlns:a16="http://schemas.microsoft.com/office/drawing/2014/main" id="{94E5866E-7F64-FCB7-5530-1953A323A88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23555" name="Slide Number Placeholder 4">
            <a:extLst>
              <a:ext uri="{FF2B5EF4-FFF2-40B4-BE49-F238E27FC236}">
                <a16:creationId xmlns:a16="http://schemas.microsoft.com/office/drawing/2014/main" id="{6DF3FC06-A7C6-E267-DD4F-F2DDD08A541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17B445D4-1478-432A-9CDC-15AD6740F8B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B90AF460-CCBC-2297-248B-AE8984C660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Normalization Process (cont’d.)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BE54A206-1F51-8ADB-A48F-A09195DE389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Objective of normalization is to ensure that all tables are in at least 3NF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Higher forms are not likely to be encountered in business environment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Progressively breaks table into new set of relations based on identified dependencies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5" descr="Tbl06-03.bmp">
            <a:extLst>
              <a:ext uri="{FF2B5EF4-FFF2-40B4-BE49-F238E27FC236}">
                <a16:creationId xmlns:a16="http://schemas.microsoft.com/office/drawing/2014/main" id="{ABE0701F-46C7-BDAE-BDEA-6CE9B5DC0F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896"/>
          <a:stretch>
            <a:fillRect/>
          </a:stretch>
        </p:blipFill>
        <p:spPr bwMode="auto">
          <a:xfrm>
            <a:off x="2070100" y="1752600"/>
            <a:ext cx="8032750" cy="190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Footer Placeholder 1">
            <a:extLst>
              <a:ext uri="{FF2B5EF4-FFF2-40B4-BE49-F238E27FC236}">
                <a16:creationId xmlns:a16="http://schemas.microsoft.com/office/drawing/2014/main" id="{BF460C7A-8126-CA52-C1AB-3F2E4225617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25604" name="Slide Number Placeholder 2">
            <a:extLst>
              <a:ext uri="{FF2B5EF4-FFF2-40B4-BE49-F238E27FC236}">
                <a16:creationId xmlns:a16="http://schemas.microsoft.com/office/drawing/2014/main" id="{2B59BB57-D181-3318-3A73-AF97971B5C3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4902ECAD-CEF6-4738-B179-FA9C2D20E7D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24C79A63-E321-B38B-CC66-AD75BE459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Normalization Process (cont’d.)</a:t>
            </a:r>
          </a:p>
        </p:txBody>
      </p:sp>
      <p:sp>
        <p:nvSpPr>
          <p:cNvPr id="27651" name="Content Placeholder 4">
            <a:extLst>
              <a:ext uri="{FF2B5EF4-FFF2-40B4-BE49-F238E27FC236}">
                <a16:creationId xmlns:a16="http://schemas.microsoft.com/office/drawing/2014/main" id="{D7213086-6561-C042-24B5-61AB98356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Partial dependency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Exists when there is a functional dependence in which the determinant is only part of the primary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Transitive dependency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Exists when there are functional dependencies such that X → Y, Y → Z, and X is the primary key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926D12E-4C7D-2ACA-0277-0B524377943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7653" name="Slide Number Placeholder 2">
            <a:extLst>
              <a:ext uri="{FF2B5EF4-FFF2-40B4-BE49-F238E27FC236}">
                <a16:creationId xmlns:a16="http://schemas.microsoft.com/office/drawing/2014/main" id="{894C2211-2548-EC8F-6537-0B12D918A50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EAC89D5-91B5-4B73-98B3-54CDCD8A220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4">
            <a:extLst>
              <a:ext uri="{FF2B5EF4-FFF2-40B4-BE49-F238E27FC236}">
                <a16:creationId xmlns:a16="http://schemas.microsoft.com/office/drawing/2014/main" id="{B00878DB-8576-21EC-D37A-23EC06D988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First Normal Form</a:t>
            </a:r>
          </a:p>
        </p:txBody>
      </p:sp>
      <p:sp>
        <p:nvSpPr>
          <p:cNvPr id="29699" name="Rectangle 5">
            <a:extLst>
              <a:ext uri="{FF2B5EF4-FFF2-40B4-BE49-F238E27FC236}">
                <a16:creationId xmlns:a16="http://schemas.microsoft.com/office/drawing/2014/main" id="{53207CAD-8667-B4F3-95FA-8BD9C1628F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Relational table must not contain repeating groups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Normalizing table structure will reduce data redundancies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Normalization is three-step procedure</a:t>
            </a:r>
          </a:p>
        </p:txBody>
      </p:sp>
      <p:sp>
        <p:nvSpPr>
          <p:cNvPr id="14338" name="Footer Placeholder 3">
            <a:extLst>
              <a:ext uri="{FF2B5EF4-FFF2-40B4-BE49-F238E27FC236}">
                <a16:creationId xmlns:a16="http://schemas.microsoft.com/office/drawing/2014/main" id="{608F15D4-11EA-95EC-F6F5-655114AB04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29701" name="Slide Number Placeholder 4">
            <a:extLst>
              <a:ext uri="{FF2B5EF4-FFF2-40B4-BE49-F238E27FC236}">
                <a16:creationId xmlns:a16="http://schemas.microsoft.com/office/drawing/2014/main" id="{793819B8-7915-74E0-60F0-13D206C3300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2F511D1-0D6D-4E56-961C-ECB5AD721CE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4">
            <a:extLst>
              <a:ext uri="{FF2B5EF4-FFF2-40B4-BE49-F238E27FC236}">
                <a16:creationId xmlns:a16="http://schemas.microsoft.com/office/drawing/2014/main" id="{95459CCE-EDC8-1BA6-87DD-4023BBD64C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First Normal Form (cont’d.)</a:t>
            </a:r>
          </a:p>
        </p:txBody>
      </p:sp>
      <p:sp>
        <p:nvSpPr>
          <p:cNvPr id="31747" name="Rectangle 5">
            <a:extLst>
              <a:ext uri="{FF2B5EF4-FFF2-40B4-BE49-F238E27FC236}">
                <a16:creationId xmlns:a16="http://schemas.microsoft.com/office/drawing/2014/main" id="{69AC4CDF-9657-E212-E72D-7C19A6538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Step 1: Eliminate the Repeating Groups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Eliminate nulls: each repeating group attribute contains an appropriate data value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Step 2: Identify the Primary Key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Must uniquely identify attribute value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New key must be composed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Step 3: Identify All Dependencies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Dependencies are depicted with a diagram</a:t>
            </a:r>
          </a:p>
          <a:p>
            <a:pPr lvl="1"/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15362" name="Footer Placeholder 3">
            <a:extLst>
              <a:ext uri="{FF2B5EF4-FFF2-40B4-BE49-F238E27FC236}">
                <a16:creationId xmlns:a16="http://schemas.microsoft.com/office/drawing/2014/main" id="{658CA0EC-B9A3-EC02-CEC4-68FAC6C4F70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1749" name="Slide Number Placeholder 4">
            <a:extLst>
              <a:ext uri="{FF2B5EF4-FFF2-40B4-BE49-F238E27FC236}">
                <a16:creationId xmlns:a16="http://schemas.microsoft.com/office/drawing/2014/main" id="{7B35A6DF-DB95-CD4F-4B6A-539E9E71F5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B2BE5B6-0465-4E5F-8BE6-38A165E912B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Picture 4" descr="Fig06-02.bmp">
            <a:extLst>
              <a:ext uri="{FF2B5EF4-FFF2-40B4-BE49-F238E27FC236}">
                <a16:creationId xmlns:a16="http://schemas.microsoft.com/office/drawing/2014/main" id="{8A1828AB-099A-023A-B6C3-4955DBCECE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1" y="838200"/>
            <a:ext cx="8037513" cy="480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Footer Placeholder 4">
            <a:extLst>
              <a:ext uri="{FF2B5EF4-FFF2-40B4-BE49-F238E27FC236}">
                <a16:creationId xmlns:a16="http://schemas.microsoft.com/office/drawing/2014/main" id="{764402E0-37C6-FD07-6111-7A15DB18501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33796" name="Slide Number Placeholder 5">
            <a:extLst>
              <a:ext uri="{FF2B5EF4-FFF2-40B4-BE49-F238E27FC236}">
                <a16:creationId xmlns:a16="http://schemas.microsoft.com/office/drawing/2014/main" id="{D5D1E797-4476-8622-112C-7BFB2F15359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5755240-1D9D-4595-845D-97EB54C77B4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4">
            <a:extLst>
              <a:ext uri="{FF2B5EF4-FFF2-40B4-BE49-F238E27FC236}">
                <a16:creationId xmlns:a16="http://schemas.microsoft.com/office/drawing/2014/main" id="{5788A10C-AD5D-597D-1BA3-FB9871ABF8D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First Normal Form (cont’d.)</a:t>
            </a:r>
          </a:p>
        </p:txBody>
      </p:sp>
      <p:sp>
        <p:nvSpPr>
          <p:cNvPr id="35843" name="Rectangle 5">
            <a:extLst>
              <a:ext uri="{FF2B5EF4-FFF2-40B4-BE49-F238E27FC236}">
                <a16:creationId xmlns:a16="http://schemas.microsoft.com/office/drawing/2014/main" id="{E9C171F3-F649-29F3-A57C-B18A3E32B1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Dependency diagram: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Depicts all dependencies found within given table structure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Helpful in getting bird’s-eye view of all relationships among table’s attributes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Makes it less likely that you will overlook an important dependency</a:t>
            </a:r>
          </a:p>
        </p:txBody>
      </p:sp>
      <p:sp>
        <p:nvSpPr>
          <p:cNvPr id="17410" name="Footer Placeholder 3">
            <a:extLst>
              <a:ext uri="{FF2B5EF4-FFF2-40B4-BE49-F238E27FC236}">
                <a16:creationId xmlns:a16="http://schemas.microsoft.com/office/drawing/2014/main" id="{869EAF2B-F83D-B37F-2805-C8284F023D1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5845" name="Slide Number Placeholder 4">
            <a:extLst>
              <a:ext uri="{FF2B5EF4-FFF2-40B4-BE49-F238E27FC236}">
                <a16:creationId xmlns:a16="http://schemas.microsoft.com/office/drawing/2014/main" id="{8FE419B7-206A-4DD2-C476-EFE347F3961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34147C8-BC17-49C3-9F44-DE3674F74E42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4" descr="Fig06-03.bmp">
            <a:extLst>
              <a:ext uri="{FF2B5EF4-FFF2-40B4-BE49-F238E27FC236}">
                <a16:creationId xmlns:a16="http://schemas.microsoft.com/office/drawing/2014/main" id="{8665D4EE-F74B-A992-F958-3DAA42A571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2976" y="1066800"/>
            <a:ext cx="788511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5" name="Footer Placeholder 4">
            <a:extLst>
              <a:ext uri="{FF2B5EF4-FFF2-40B4-BE49-F238E27FC236}">
                <a16:creationId xmlns:a16="http://schemas.microsoft.com/office/drawing/2014/main" id="{E3A18738-F19B-8477-84FE-60FCC5FCEB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37892" name="Slide Number Placeholder 5">
            <a:extLst>
              <a:ext uri="{FF2B5EF4-FFF2-40B4-BE49-F238E27FC236}">
                <a16:creationId xmlns:a16="http://schemas.microsoft.com/office/drawing/2014/main" id="{487CA5C7-EE5E-9E1C-17E3-21427806030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75D1C25-E73E-4FAE-85C6-F79A7B64E45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2E8603B-1A33-07D2-5382-9BDD974A11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First Normal Form (cont’d.)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F804E09-220C-8B19-BBAB-FB87643928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First normal form describes tabular format: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All key attributes are defined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repeating groups in the table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All attributes are dependent on primary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All relational tables satisfy 1NF requirements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Some tables contain partial dependencies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Dependencies are based on part of the primary key</a:t>
            </a:r>
          </a:p>
        </p:txBody>
      </p:sp>
      <p:sp>
        <p:nvSpPr>
          <p:cNvPr id="19458" name="Footer Placeholder 3">
            <a:extLst>
              <a:ext uri="{FF2B5EF4-FFF2-40B4-BE49-F238E27FC236}">
                <a16:creationId xmlns:a16="http://schemas.microsoft.com/office/drawing/2014/main" id="{45154944-F33E-A062-DD42-15AAC1D3951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39941" name="Slide Number Placeholder 4">
            <a:extLst>
              <a:ext uri="{FF2B5EF4-FFF2-40B4-BE49-F238E27FC236}">
                <a16:creationId xmlns:a16="http://schemas.microsoft.com/office/drawing/2014/main" id="{36CC8DFE-D6F9-DC28-C924-B2DBDEDC50C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232F3A4-1FF7-4EF0-A0F7-E29E351E7CF1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AEC02B92-E206-FC4A-73EC-98E3BDA600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Second Normal Form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CED45274-1F33-7F4D-3BC0-E9D55F9A68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057400" y="1447800"/>
            <a:ext cx="8077200" cy="4572000"/>
          </a:xfrm>
        </p:spPr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Step 1: Make New Tables to Eliminate Partial Dependencies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Write each key component on separate line, then write original (composite) key on last line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Each component will become key in new table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Step 2: Reassign Corresponding Dependent Attributes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Determine attributes that are dependent on other attributes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At this point, most anomalies have been eliminated</a:t>
            </a:r>
          </a:p>
        </p:txBody>
      </p:sp>
      <p:sp>
        <p:nvSpPr>
          <p:cNvPr id="20482" name="Footer Placeholder 3">
            <a:extLst>
              <a:ext uri="{FF2B5EF4-FFF2-40B4-BE49-F238E27FC236}">
                <a16:creationId xmlns:a16="http://schemas.microsoft.com/office/drawing/2014/main" id="{50A46CF7-4B05-CDC6-5388-4066A3DB7D8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1989" name="Slide Number Placeholder 4">
            <a:extLst>
              <a:ext uri="{FF2B5EF4-FFF2-40B4-BE49-F238E27FC236}">
                <a16:creationId xmlns:a16="http://schemas.microsoft.com/office/drawing/2014/main" id="{84B2BAEF-A30A-D8F5-B54B-4B53882D112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122420C-B5C5-4DFF-8BAC-306AC365C077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4" descr="Fig06-04.bmp">
            <a:extLst>
              <a:ext uri="{FF2B5EF4-FFF2-40B4-BE49-F238E27FC236}">
                <a16:creationId xmlns:a16="http://schemas.microsoft.com/office/drawing/2014/main" id="{23945537-2B00-C12A-13D0-13A3E0FAC4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533401"/>
            <a:ext cx="7921625" cy="559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7" name="Footer Placeholder 4">
            <a:extLst>
              <a:ext uri="{FF2B5EF4-FFF2-40B4-BE49-F238E27FC236}">
                <a16:creationId xmlns:a16="http://schemas.microsoft.com/office/drawing/2014/main" id="{A75DD28F-6756-34ED-A6B1-B759E2F1BF7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44036" name="Slide Number Placeholder 5">
            <a:extLst>
              <a:ext uri="{FF2B5EF4-FFF2-40B4-BE49-F238E27FC236}">
                <a16:creationId xmlns:a16="http://schemas.microsoft.com/office/drawing/2014/main" id="{E0810E73-BA94-8732-02FB-4C7688F8257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BA13145-368A-474C-8B77-C5150C568DA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4">
            <a:extLst>
              <a:ext uri="{FF2B5EF4-FFF2-40B4-BE49-F238E27FC236}">
                <a16:creationId xmlns:a16="http://schemas.microsoft.com/office/drawing/2014/main" id="{85930A73-4447-C8F9-D2D7-A851DDD5D4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Second Normal Form (cont’d.)</a:t>
            </a:r>
          </a:p>
        </p:txBody>
      </p:sp>
      <p:sp>
        <p:nvSpPr>
          <p:cNvPr id="46083" name="Rectangle 5">
            <a:extLst>
              <a:ext uri="{FF2B5EF4-FFF2-40B4-BE49-F238E27FC236}">
                <a16:creationId xmlns:a16="http://schemas.microsoft.com/office/drawing/2014/main" id="{FBEA7BA9-F795-2D02-3932-3E352D2F0E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Table is in second normal form (2NF) when: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It is in 1NF and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It includes no partial dependencies:</a:t>
            </a:r>
          </a:p>
          <a:p>
            <a:pPr lvl="2"/>
            <a:r>
              <a:rPr lang="en-US" altLang="tr-TR">
                <a:ea typeface="ＭＳ Ｐゴシック" panose="020B0600070205080204" pitchFamily="34" charset="-128"/>
              </a:rPr>
              <a:t>No attribute is dependent on only portion of primary key</a:t>
            </a:r>
          </a:p>
        </p:txBody>
      </p:sp>
      <p:sp>
        <p:nvSpPr>
          <p:cNvPr id="22530" name="Footer Placeholder 3">
            <a:extLst>
              <a:ext uri="{FF2B5EF4-FFF2-40B4-BE49-F238E27FC236}">
                <a16:creationId xmlns:a16="http://schemas.microsoft.com/office/drawing/2014/main" id="{4E8D51A4-CE2B-629D-3513-FD1CC4945AB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6085" name="Slide Number Placeholder 4">
            <a:extLst>
              <a:ext uri="{FF2B5EF4-FFF2-40B4-BE49-F238E27FC236}">
                <a16:creationId xmlns:a16="http://schemas.microsoft.com/office/drawing/2014/main" id="{05769A6D-563C-7550-F5F3-3BD3ECB5EB20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D2AB415E-4049-4966-AA0B-54AB3F169813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4">
            <a:extLst>
              <a:ext uri="{FF2B5EF4-FFF2-40B4-BE49-F238E27FC236}">
                <a16:creationId xmlns:a16="http://schemas.microsoft.com/office/drawing/2014/main" id="{DBACF20B-D8A8-A444-3E8E-A1E8B24486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Third Normal Form</a:t>
            </a:r>
          </a:p>
        </p:txBody>
      </p:sp>
      <p:sp>
        <p:nvSpPr>
          <p:cNvPr id="48131" name="Rectangle 5">
            <a:extLst>
              <a:ext uri="{FF2B5EF4-FFF2-40B4-BE49-F238E27FC236}">
                <a16:creationId xmlns:a16="http://schemas.microsoft.com/office/drawing/2014/main" id="{933262A9-2449-C3C2-4EC6-04CFB9CE9B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Step 1: Make New Tables to Eliminate Transitive Dependencies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For every transitive dependency, write its determinant as PK for new table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Determinant: any attribute whose value determines other values within a row</a:t>
            </a:r>
          </a:p>
        </p:txBody>
      </p:sp>
      <p:sp>
        <p:nvSpPr>
          <p:cNvPr id="23554" name="Footer Placeholder 3">
            <a:extLst>
              <a:ext uri="{FF2B5EF4-FFF2-40B4-BE49-F238E27FC236}">
                <a16:creationId xmlns:a16="http://schemas.microsoft.com/office/drawing/2014/main" id="{7F3AB704-5ED9-6C01-103F-1C814A13D64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48133" name="Slide Number Placeholder 4">
            <a:extLst>
              <a:ext uri="{FF2B5EF4-FFF2-40B4-BE49-F238E27FC236}">
                <a16:creationId xmlns:a16="http://schemas.microsoft.com/office/drawing/2014/main" id="{609A131F-5FD0-7FCA-1D25-E106F1F137E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E5E132D-8702-4E06-A438-440EB394ECCC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ED6742A-D9A9-D220-497D-8420FCA61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Third Normal Form (cont’d.)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7E685F27-A6F7-6CE0-3584-A165CED53A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Step 2: Reassign Corresponding Dependent Attributes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Identify attributes dependent on each determinant identified in Step 1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Name table to reflect its contents and function</a:t>
            </a:r>
          </a:p>
          <a:p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CBBF793E-751B-06B4-A8A5-08674DD5C69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0181" name="Slide Number Placeholder 4">
            <a:extLst>
              <a:ext uri="{FF2B5EF4-FFF2-40B4-BE49-F238E27FC236}">
                <a16:creationId xmlns:a16="http://schemas.microsoft.com/office/drawing/2014/main" id="{14287FAD-1286-4838-8C99-DB36950138E1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F3DBA1A-EA6A-4C65-AB47-472E34E1042B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 descr="Fig06-05.bmp">
            <a:extLst>
              <a:ext uri="{FF2B5EF4-FFF2-40B4-BE49-F238E27FC236}">
                <a16:creationId xmlns:a16="http://schemas.microsoft.com/office/drawing/2014/main" id="{2635C972-C88C-A3EA-A052-2CDEE4CA35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3600" y="1144588"/>
            <a:ext cx="7924800" cy="427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3" name="Footer Placeholder 4">
            <a:extLst>
              <a:ext uri="{FF2B5EF4-FFF2-40B4-BE49-F238E27FC236}">
                <a16:creationId xmlns:a16="http://schemas.microsoft.com/office/drawing/2014/main" id="{A671F19D-329A-508F-637F-A94716815B3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52228" name="Slide Number Placeholder 5">
            <a:extLst>
              <a:ext uri="{FF2B5EF4-FFF2-40B4-BE49-F238E27FC236}">
                <a16:creationId xmlns:a16="http://schemas.microsoft.com/office/drawing/2014/main" id="{150E19AA-5324-80C3-1E74-DA6A023C790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BCDD69C-C664-4E09-8EA6-F0FC2F4C850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>
            <a:extLst>
              <a:ext uri="{FF2B5EF4-FFF2-40B4-BE49-F238E27FC236}">
                <a16:creationId xmlns:a16="http://schemas.microsoft.com/office/drawing/2014/main" id="{9CF9E809-9563-D688-1309-1803A8C44A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Conversion to Third Normal Form (cont’d.)</a:t>
            </a:r>
          </a:p>
        </p:txBody>
      </p:sp>
      <p:sp>
        <p:nvSpPr>
          <p:cNvPr id="54275" name="Rectangle 3">
            <a:extLst>
              <a:ext uri="{FF2B5EF4-FFF2-40B4-BE49-F238E27FC236}">
                <a16:creationId xmlns:a16="http://schemas.microsoft.com/office/drawing/2014/main" id="{6BBC2071-C468-E41D-DDA3-161B2E7D1D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A table is in third normal form (3NF) when both of the following are true: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It is in 2NF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It contains no transitive dependencies</a:t>
            </a:r>
          </a:p>
        </p:txBody>
      </p:sp>
      <p:sp>
        <p:nvSpPr>
          <p:cNvPr id="26626" name="Footer Placeholder 3">
            <a:extLst>
              <a:ext uri="{FF2B5EF4-FFF2-40B4-BE49-F238E27FC236}">
                <a16:creationId xmlns:a16="http://schemas.microsoft.com/office/drawing/2014/main" id="{15427BCF-E9F6-B34B-1C93-1E9C035BEE99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4277" name="Slide Number Placeholder 4">
            <a:extLst>
              <a:ext uri="{FF2B5EF4-FFF2-40B4-BE49-F238E27FC236}">
                <a16:creationId xmlns:a16="http://schemas.microsoft.com/office/drawing/2014/main" id="{C6869CF2-C2C2-C704-E6DC-C13F7A1BDB7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FADE51B8-9D4E-46AA-A17D-D619AF577344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>
            <a:extLst>
              <a:ext uri="{FF2B5EF4-FFF2-40B4-BE49-F238E27FC236}">
                <a16:creationId xmlns:a16="http://schemas.microsoft.com/office/drawing/2014/main" id="{A8F6EB44-9955-BC90-91FC-C713936B8F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Higher-Level Normal Forms</a:t>
            </a:r>
          </a:p>
        </p:txBody>
      </p:sp>
      <p:sp>
        <p:nvSpPr>
          <p:cNvPr id="56323" name="Rectangle 3">
            <a:extLst>
              <a:ext uri="{FF2B5EF4-FFF2-40B4-BE49-F238E27FC236}">
                <a16:creationId xmlns:a16="http://schemas.microsoft.com/office/drawing/2014/main" id="{0F4C7194-93D8-3304-1EA5-358D4603DA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Tables in 3NF perform suitably in business transactional databases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Higher-order normal forms are useful on occasion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Two special cases of 3NF: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Boyce-Codd normal form (BCNF)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Fourth normal form (4NF)</a:t>
            </a:r>
          </a:p>
        </p:txBody>
      </p:sp>
      <p:sp>
        <p:nvSpPr>
          <p:cNvPr id="32770" name="Footer Placeholder 3">
            <a:extLst>
              <a:ext uri="{FF2B5EF4-FFF2-40B4-BE49-F238E27FC236}">
                <a16:creationId xmlns:a16="http://schemas.microsoft.com/office/drawing/2014/main" id="{01B52B56-C4DB-B7BF-9EE8-16FFE1A6E38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6325" name="Slide Number Placeholder 4">
            <a:extLst>
              <a:ext uri="{FF2B5EF4-FFF2-40B4-BE49-F238E27FC236}">
                <a16:creationId xmlns:a16="http://schemas.microsoft.com/office/drawing/2014/main" id="{0CAD7F36-A0BF-FEE9-5D97-1FDA48AB93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E6EA025-3339-4693-8B7B-2BB17EEBD9F0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683A2A23-23E7-B1CA-CE4B-7CCBC1F125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Boyce-Codd Normal Form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B5490196-2CCB-D277-AE1D-1F0A66EC91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Every determinant in table is a candidate key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Has same characteristics as primary key, but for some reason, not chosen to be primary key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When table contains only one candidate key, the 3NF and the BCNF are equivalent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BCNF can be violated only when table contains more than one candidate key</a:t>
            </a:r>
          </a:p>
        </p:txBody>
      </p:sp>
      <p:sp>
        <p:nvSpPr>
          <p:cNvPr id="33794" name="Footer Placeholder 3">
            <a:extLst>
              <a:ext uri="{FF2B5EF4-FFF2-40B4-BE49-F238E27FC236}">
                <a16:creationId xmlns:a16="http://schemas.microsoft.com/office/drawing/2014/main" id="{DFA39E14-1501-4B44-9148-7F4325D2657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58373" name="Slide Number Placeholder 4">
            <a:extLst>
              <a:ext uri="{FF2B5EF4-FFF2-40B4-BE49-F238E27FC236}">
                <a16:creationId xmlns:a16="http://schemas.microsoft.com/office/drawing/2014/main" id="{167790F4-6B49-AB68-4131-052AD947600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EEE1A0AC-E582-4D68-A859-B442D23F45D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1026">
            <a:extLst>
              <a:ext uri="{FF2B5EF4-FFF2-40B4-BE49-F238E27FC236}">
                <a16:creationId xmlns:a16="http://schemas.microsoft.com/office/drawing/2014/main" id="{13333C74-C59E-D649-426E-93C85E021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The Boyce-Codd Normal Form (cont’d.)</a:t>
            </a:r>
          </a:p>
        </p:txBody>
      </p:sp>
      <p:sp>
        <p:nvSpPr>
          <p:cNvPr id="60419" name="Rectangle 1027">
            <a:extLst>
              <a:ext uri="{FF2B5EF4-FFF2-40B4-BE49-F238E27FC236}">
                <a16:creationId xmlns:a16="http://schemas.microsoft.com/office/drawing/2014/main" id="{C5284DFE-C184-D5FE-DF2B-414235177D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Most designers consider the BCNF as a special case of 3NF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Table is in 3NF when it is in 2NF and there are no transitive dependencies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Table can be in 3NF and fail to meet BCNF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partial dependencies, nor does it contain transitive dependencies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 nonkey attribute is the determinant of a key attribute</a:t>
            </a:r>
          </a:p>
        </p:txBody>
      </p:sp>
      <p:sp>
        <p:nvSpPr>
          <p:cNvPr id="34818" name="Footer Placeholder 3">
            <a:extLst>
              <a:ext uri="{FF2B5EF4-FFF2-40B4-BE49-F238E27FC236}">
                <a16:creationId xmlns:a16="http://schemas.microsoft.com/office/drawing/2014/main" id="{01FD34E7-5B46-A8DB-5D8F-A13D77A14F7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0421" name="Slide Number Placeholder 4">
            <a:extLst>
              <a:ext uri="{FF2B5EF4-FFF2-40B4-BE49-F238E27FC236}">
                <a16:creationId xmlns:a16="http://schemas.microsoft.com/office/drawing/2014/main" id="{8DED3088-503C-4D8B-E0CD-95EAA135929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04E1ADB-CA0C-4C7A-85BD-CF1D4B71563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bilgi Yer Tutucusu 3">
            <a:extLst>
              <a:ext uri="{FF2B5EF4-FFF2-40B4-BE49-F238E27FC236}">
                <a16:creationId xmlns:a16="http://schemas.microsoft.com/office/drawing/2014/main" id="{E9A85A16-7F53-BCD3-EA87-CDEA50E15C1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2467" name="Slayt Numarası Yer Tutucusu 4">
            <a:extLst>
              <a:ext uri="{FF2B5EF4-FFF2-40B4-BE49-F238E27FC236}">
                <a16:creationId xmlns:a16="http://schemas.microsoft.com/office/drawing/2014/main" id="{BC41EB92-0ED8-803F-5B9D-BF018050C08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86AB48BE-C540-43D9-AE60-BFE316319D7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2468" name="Resim 5">
            <a:extLst>
              <a:ext uri="{FF2B5EF4-FFF2-40B4-BE49-F238E27FC236}">
                <a16:creationId xmlns:a16="http://schemas.microsoft.com/office/drawing/2014/main" id="{F6EE33C9-C19A-410D-6774-E5DDDBE05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2600" y="1066800"/>
            <a:ext cx="8724900" cy="3543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90" name="Picture 4" descr="Fig06-08.bmp">
            <a:extLst>
              <a:ext uri="{FF2B5EF4-FFF2-40B4-BE49-F238E27FC236}">
                <a16:creationId xmlns:a16="http://schemas.microsoft.com/office/drawing/2014/main" id="{B3AB6A04-E2E1-F1EC-4422-99DB66AA38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90800" y="611189"/>
            <a:ext cx="7086600" cy="549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Footer Placeholder 4">
            <a:extLst>
              <a:ext uri="{FF2B5EF4-FFF2-40B4-BE49-F238E27FC236}">
                <a16:creationId xmlns:a16="http://schemas.microsoft.com/office/drawing/2014/main" id="{0FEFDAF8-0FB1-E17C-E7C1-74A399197C1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63492" name="Slide Number Placeholder 5">
            <a:extLst>
              <a:ext uri="{FF2B5EF4-FFF2-40B4-BE49-F238E27FC236}">
                <a16:creationId xmlns:a16="http://schemas.microsoft.com/office/drawing/2014/main" id="{1F1D7081-7C2E-D222-3AA0-E9A8430DCCB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98B8E80-55B7-4BD8-8A28-678D4BC0F776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>
            <a:extLst>
              <a:ext uri="{FF2B5EF4-FFF2-40B4-BE49-F238E27FC236}">
                <a16:creationId xmlns:a16="http://schemas.microsoft.com/office/drawing/2014/main" id="{9F841205-9FA7-DA5B-E72D-A3BC09D4ABB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Fourth Normal Form (4NF)</a:t>
            </a:r>
          </a:p>
        </p:txBody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DDFB4D9E-7BA5-C218-909B-BB57740EFB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Table is in fourth normal form (4NF) when both of the following are true: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It is in 3NF 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multiple sets of multivalued dependencies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4NF is largely academic if tables conform to following two rules: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All attributes dependent on primary key, independent of each other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row contains two or more multivalued facts about an entity</a:t>
            </a:r>
          </a:p>
        </p:txBody>
      </p:sp>
      <p:sp>
        <p:nvSpPr>
          <p:cNvPr id="38914" name="Footer Placeholder 3">
            <a:extLst>
              <a:ext uri="{FF2B5EF4-FFF2-40B4-BE49-F238E27FC236}">
                <a16:creationId xmlns:a16="http://schemas.microsoft.com/office/drawing/2014/main" id="{EB6BEE12-4C18-1CE6-A000-3BD9D9C6635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65541" name="Slide Number Placeholder 4">
            <a:extLst>
              <a:ext uri="{FF2B5EF4-FFF2-40B4-BE49-F238E27FC236}">
                <a16:creationId xmlns:a16="http://schemas.microsoft.com/office/drawing/2014/main" id="{549BBE98-F7DE-58E4-AE1F-8E01CFAFFEE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A7EFBFFF-6DFE-469D-AAB6-249103616AB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586" name="Picture 4" descr="Fig06-10.bmp">
            <a:extLst>
              <a:ext uri="{FF2B5EF4-FFF2-40B4-BE49-F238E27FC236}">
                <a16:creationId xmlns:a16="http://schemas.microsoft.com/office/drawing/2014/main" id="{FF0760B8-5EDF-6D4B-A9D5-4BFD2ADE97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3373438"/>
            <a:ext cx="7696200" cy="3179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587" name="Slide Number Placeholder 5">
            <a:extLst>
              <a:ext uri="{FF2B5EF4-FFF2-40B4-BE49-F238E27FC236}">
                <a16:creationId xmlns:a16="http://schemas.microsoft.com/office/drawing/2014/main" id="{F3B33F44-D87D-5D6F-1B95-1BA9962F2DD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0F63668C-A104-428B-8796-9700332F5139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88" name="Dikdörtgen 1">
            <a:extLst>
              <a:ext uri="{FF2B5EF4-FFF2-40B4-BE49-F238E27FC236}">
                <a16:creationId xmlns:a16="http://schemas.microsoft.com/office/drawing/2014/main" id="{BBDBD95B-756D-E71A-B910-EA363DA086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265114"/>
            <a:ext cx="84582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r>
              <a:rPr lang="en-PH" altLang="tr-TR" sz="1800" noProof="1">
                <a:solidFill>
                  <a:schemeClr val="tx1"/>
                </a:solidFill>
                <a:latin typeface="Cambria" panose="02040503050406030204" pitchFamily="18" charset="0"/>
              </a:rPr>
              <a:t>The same employee might be assigned to work on three projects: 1, 3, and 4. Figure 6.10 illustrates how that set of facts can be recorded in very different ways.</a:t>
            </a:r>
          </a:p>
          <a:p>
            <a:pPr>
              <a:spcBef>
                <a:spcPct val="0"/>
              </a:spcBef>
            </a:pPr>
            <a:r>
              <a:rPr lang="en-PH" altLang="tr-TR" sz="1800" noProof="1">
                <a:solidFill>
                  <a:schemeClr val="tx1"/>
                </a:solidFill>
                <a:latin typeface="Cambria" panose="02040503050406030204" pitchFamily="18" charset="0"/>
              </a:rPr>
              <a:t>There is a problem with the tables in Figure 6.10. The attributes ORG_CODE and ASSIGN_NUM each may have many different values. </a:t>
            </a:r>
          </a:p>
          <a:p>
            <a:pPr>
              <a:spcBef>
                <a:spcPct val="0"/>
              </a:spcBef>
            </a:pPr>
            <a:r>
              <a:rPr lang="en-PH" altLang="tr-TR" sz="1800" noProof="1">
                <a:solidFill>
                  <a:schemeClr val="tx1"/>
                </a:solidFill>
                <a:latin typeface="Cambria" panose="02040503050406030204" pitchFamily="18" charset="0"/>
              </a:rPr>
              <a:t>In normalization terminology, this situation is referred to as a multivalued dependency. A multivalued dependency occurs when one key determines multiple values of two other attributes and those attributes are independent of each other. (</a:t>
            </a:r>
            <a:r>
              <a:rPr lang="en-PH" altLang="tr-TR" sz="1800" i="1" noProof="1">
                <a:solidFill>
                  <a:schemeClr val="tx1"/>
                </a:solidFill>
                <a:latin typeface="Cambria" panose="02040503050406030204" pitchFamily="18" charset="0"/>
              </a:rPr>
              <a:t>One employee can have many service entries and many assignment entries. Therefore, one EMP_NUM can determine multiple values of ORG_CODE and multiple values of ASSIGN_NUM; however, ORG_CODE and ASSIGN_NUM are independent of each other.</a:t>
            </a:r>
            <a:r>
              <a:rPr lang="en-PH" altLang="tr-TR" sz="1800" noProof="1">
                <a:solidFill>
                  <a:schemeClr val="tx1"/>
                </a:solidFill>
                <a:latin typeface="Cambria" panose="02040503050406030204" pitchFamily="18" charset="0"/>
              </a:rPr>
              <a:t>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3" name="Footer Placeholder 4">
            <a:extLst>
              <a:ext uri="{FF2B5EF4-FFF2-40B4-BE49-F238E27FC236}">
                <a16:creationId xmlns:a16="http://schemas.microsoft.com/office/drawing/2014/main" id="{15BF0352-9469-7EC5-A512-551D3749F7D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>
                <a:ea typeface="ＭＳ Ｐゴシック" charset="-128"/>
              </a:rPr>
              <a:t>Database Systems, 10th Edition</a:t>
            </a:r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C86F7BDB-F952-0CDF-D0C1-547CC34A2A1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5DB685BA-43DB-4F17-9D68-5D4945D1C4C1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9636" name="Resim 1">
            <a:extLst>
              <a:ext uri="{FF2B5EF4-FFF2-40B4-BE49-F238E27FC236}">
                <a16:creationId xmlns:a16="http://schemas.microsoft.com/office/drawing/2014/main" id="{6AD2BC34-A3B7-79F7-A6D5-7C91CFB939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1295400"/>
            <a:ext cx="8102600" cy="2743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>
            <a:extLst>
              <a:ext uri="{FF2B5EF4-FFF2-40B4-BE49-F238E27FC236}">
                <a16:creationId xmlns:a16="http://schemas.microsoft.com/office/drawing/2014/main" id="{E60D05D1-FA91-2436-29DF-EBFDA8E1BD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Denormalization</a:t>
            </a:r>
          </a:p>
        </p:txBody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3D11E15-8797-E8A6-AEDD-3D3E662A9A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Creation of normalized relations is important database design goal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Processing requirements should also be a goal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If tables are decomposed to conform to normalization requirements: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Number of database tables expands</a:t>
            </a:r>
          </a:p>
        </p:txBody>
      </p:sp>
      <p:sp>
        <p:nvSpPr>
          <p:cNvPr id="49154" name="Footer Placeholder 3">
            <a:extLst>
              <a:ext uri="{FF2B5EF4-FFF2-40B4-BE49-F238E27FC236}">
                <a16:creationId xmlns:a16="http://schemas.microsoft.com/office/drawing/2014/main" id="{7D68A276-B490-7BB6-2D54-274B178CCAF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1685" name="Slide Number Placeholder 4">
            <a:extLst>
              <a:ext uri="{FF2B5EF4-FFF2-40B4-BE49-F238E27FC236}">
                <a16:creationId xmlns:a16="http://schemas.microsoft.com/office/drawing/2014/main" id="{C802B1A2-E951-F72D-5AF0-8BA340ADB7B2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97570BE8-3516-4A38-99F0-F5AA775C7BCD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8DC4AE5D-E28C-6C5F-64FB-95615611B2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</a:rPr>
              <a:t>Denormalization (cont’d.)</a:t>
            </a:r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0853902-9B6D-392F-969C-8F24E56EDB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tr-TR">
                <a:ea typeface="ＭＳ Ｐゴシック" panose="020B0600070205080204" pitchFamily="34" charset="-128"/>
                <a:sym typeface="Wingdings" panose="05000000000000000000" pitchFamily="2" charset="2"/>
              </a:rPr>
              <a:t>Joining the larger number of tables reduces system speed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Conflicts are often resolved through compromises that may include denormalization</a:t>
            </a:r>
          </a:p>
          <a:p>
            <a:r>
              <a:rPr lang="en-US" altLang="tr-TR">
                <a:ea typeface="ＭＳ Ｐゴシック" panose="020B0600070205080204" pitchFamily="34" charset="-128"/>
              </a:rPr>
              <a:t>Defects of unnormalized tables: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Data updates are less efficient because tables are larger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Indexing is more cumbersome</a:t>
            </a:r>
          </a:p>
          <a:p>
            <a:pPr lvl="1"/>
            <a:r>
              <a:rPr lang="en-US" altLang="tr-TR">
                <a:ea typeface="ＭＳ Ｐゴシック" panose="020B0600070205080204" pitchFamily="34" charset="-128"/>
              </a:rPr>
              <a:t>No simple strategies for creating virtual tables known as views</a:t>
            </a:r>
          </a:p>
          <a:p>
            <a:endParaRPr lang="en-US" altLang="tr-TR">
              <a:ea typeface="ＭＳ Ｐゴシック" panose="020B0600070205080204" pitchFamily="34" charset="-128"/>
            </a:endParaRPr>
          </a:p>
        </p:txBody>
      </p:sp>
      <p:sp>
        <p:nvSpPr>
          <p:cNvPr id="50178" name="Footer Placeholder 3">
            <a:extLst>
              <a:ext uri="{FF2B5EF4-FFF2-40B4-BE49-F238E27FC236}">
                <a16:creationId xmlns:a16="http://schemas.microsoft.com/office/drawing/2014/main" id="{E4F61CEB-849A-2EC4-CDA4-5C177A2C04CC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Database Systems, 10th Edition</a:t>
            </a:r>
          </a:p>
        </p:txBody>
      </p:sp>
      <p:sp>
        <p:nvSpPr>
          <p:cNvPr id="73733" name="Slide Number Placeholder 4">
            <a:extLst>
              <a:ext uri="{FF2B5EF4-FFF2-40B4-BE49-F238E27FC236}">
                <a16:creationId xmlns:a16="http://schemas.microsoft.com/office/drawing/2014/main" id="{05F7C770-414F-FF74-2E14-E69F51D34829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400">
                <a:solidFill>
                  <a:srgbClr val="222222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7D98FCBF-C614-4C9D-8ACE-5D282F434C7E}" type="slidenum">
              <a:rPr lang="en-US" altLang="tr-TR" sz="1400">
                <a:solidFill>
                  <a:schemeClr val="tx1"/>
                </a:solidFill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34</a:t>
            </a:fld>
            <a:endParaRPr lang="en-US" altLang="tr-TR" sz="1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1409</Words>
  <Application>Microsoft Office PowerPoint</Application>
  <PresentationFormat>Widescreen</PresentationFormat>
  <Paragraphs>226</Paragraphs>
  <Slides>34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0" baseType="lpstr">
      <vt:lpstr>Arial</vt:lpstr>
      <vt:lpstr>Calibri</vt:lpstr>
      <vt:lpstr>Calibri Light</vt:lpstr>
      <vt:lpstr>Cambria</vt:lpstr>
      <vt:lpstr>Times New Roman</vt:lpstr>
      <vt:lpstr>Office Theme</vt:lpstr>
      <vt:lpstr>Normalization of Database Tables</vt:lpstr>
      <vt:lpstr>Database Tables and Normalization</vt:lpstr>
      <vt:lpstr>Database Tables and Normalization (cont’d.)</vt:lpstr>
      <vt:lpstr>The Need for Normalization</vt:lpstr>
      <vt:lpstr>PowerPoint Presentation</vt:lpstr>
      <vt:lpstr>The Need for Normalization (cont’d.)</vt:lpstr>
      <vt:lpstr>The Normalization Process</vt:lpstr>
      <vt:lpstr>PowerPoint Presentation</vt:lpstr>
      <vt:lpstr>The Normalization Process (cont’d.)</vt:lpstr>
      <vt:lpstr>PowerPoint Presentation</vt:lpstr>
      <vt:lpstr>The Normalization Process (cont’d.)</vt:lpstr>
      <vt:lpstr>Conversion to First Normal Form</vt:lpstr>
      <vt:lpstr>Conversion to First Normal Form (cont’d.)</vt:lpstr>
      <vt:lpstr>PowerPoint Presentation</vt:lpstr>
      <vt:lpstr>Conversion to First Normal Form (cont’d.)</vt:lpstr>
      <vt:lpstr>PowerPoint Presentation</vt:lpstr>
      <vt:lpstr>Conversion to First Normal Form (cont’d.)</vt:lpstr>
      <vt:lpstr>Conversion to Second Normal Form</vt:lpstr>
      <vt:lpstr>PowerPoint Presentation</vt:lpstr>
      <vt:lpstr>Conversion to Second Normal Form (cont’d.)</vt:lpstr>
      <vt:lpstr>Conversion to Third Normal Form</vt:lpstr>
      <vt:lpstr>Conversion to Third Normal Form (cont’d.)</vt:lpstr>
      <vt:lpstr>PowerPoint Presentation</vt:lpstr>
      <vt:lpstr>Conversion to Third Normal Form (cont’d.)</vt:lpstr>
      <vt:lpstr>Higher-Level Normal Forms</vt:lpstr>
      <vt:lpstr>The Boyce-Codd Normal Form</vt:lpstr>
      <vt:lpstr>The Boyce-Codd Normal Form (cont’d.)</vt:lpstr>
      <vt:lpstr>PowerPoint Presentation</vt:lpstr>
      <vt:lpstr>PowerPoint Presentation</vt:lpstr>
      <vt:lpstr>Fourth Normal Form (4NF)</vt:lpstr>
      <vt:lpstr>PowerPoint Presentation</vt:lpstr>
      <vt:lpstr>PowerPoint Presentation</vt:lpstr>
      <vt:lpstr>Denormalization</vt:lpstr>
      <vt:lpstr>Denormalization (cont’d.)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Normalization of Database Tables</dc:title>
  <dc:creator>Ryan Francisco</dc:creator>
  <cp:lastModifiedBy>Ryan Francisco</cp:lastModifiedBy>
  <cp:revision>1</cp:revision>
  <dcterms:created xsi:type="dcterms:W3CDTF">2022-08-10T14:03:12Z</dcterms:created>
  <dcterms:modified xsi:type="dcterms:W3CDTF">2022-08-10T14:03:17Z</dcterms:modified>
</cp:coreProperties>
</file>