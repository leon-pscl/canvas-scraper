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72" r:id="rId3"/>
    <p:sldId id="401" r:id="rId4"/>
    <p:sldId id="373" r:id="rId5"/>
    <p:sldId id="375" r:id="rId6"/>
    <p:sldId id="378" r:id="rId7"/>
    <p:sldId id="379" r:id="rId8"/>
    <p:sldId id="381" r:id="rId9"/>
    <p:sldId id="382" r:id="rId10"/>
    <p:sldId id="396" r:id="rId11"/>
    <p:sldId id="387" r:id="rId12"/>
    <p:sldId id="388" r:id="rId13"/>
    <p:sldId id="389" r:id="rId14"/>
    <p:sldId id="393" r:id="rId15"/>
    <p:sldId id="39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5" autoAdjust="0"/>
    <p:restoredTop sz="94660"/>
  </p:normalViewPr>
  <p:slideViewPr>
    <p:cSldViewPr snapToGrid="0">
      <p:cViewPr varScale="1">
        <p:scale>
          <a:sx n="50" d="100"/>
          <a:sy n="50" d="100"/>
        </p:scale>
        <p:origin x="6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4C047-8458-44F8-972D-A84F103D8CD3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89CEC-6C37-4E76-A071-0144C719475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99772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CDC6B-C0DF-6FD4-2878-BFA7A5B93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E9D71-DE2A-2BA9-989F-AAC03F79C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715FD-A153-61AA-89F8-579C07FE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BE43D-638A-A8B9-6DC0-3E98E6564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65971-43C3-EA01-4D7D-FDC21E74C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54232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B3DA-1FFC-CDD7-B0CE-7F1776D77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341FB-F9D0-182B-9829-18D648658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25486-64AF-8555-E671-92751A56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CD977-BD53-8DD2-B81B-ADC12EF6A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4B36C-B826-802E-4206-8E8052FB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991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0403-5787-CF5C-DD56-0EA98EBB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BCAFE-90D3-0BBB-FD96-9EAC8EC09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3EAE0-53A9-D86C-8B67-FF4E16CE2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84C52-3767-F489-C8CA-878D3BD1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45372-242F-B799-1835-0EF4D25F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434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A488-93EC-63C3-E4EA-3DE1BCA6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9279-4A17-86BD-A0D2-317223881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6BF30-DF8C-C212-DA30-14F258687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A2761-B641-F4B3-3AF8-24EF8D4F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BAA1E-8E95-715F-9650-72D66260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A1CEF-5233-6CEE-8E78-CBEBF5730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219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D8C1-3AE9-3C99-16EC-2FB28047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55D11-4F92-9011-78D8-FE33AF371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BA0D4-F846-69E8-763C-E72BF50CC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17BCEA-63D9-184B-FFD0-CBA8F1162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CD2C8-8DCD-A017-C88F-92646CD48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3A3A2-E990-BD37-C352-59F56194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58AF32-EC8E-52EB-1921-25DDB807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0C03A-8885-C22D-A4A5-2219FE4A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982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F5BFD-F9D1-54BB-27DF-8EE833E4B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8F994-3C66-7CCA-35EB-C6E988B5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27807-AA14-B76D-C2CB-940C7450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79A68-1A90-FC34-AE56-DDEBDABF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423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EFCAA9-6A98-569D-D6A9-445003C2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A1C5D-C86E-97F6-88FA-E0021B18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2F892-26A5-8E9E-5D30-6FB238FE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035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FF4B-F391-195A-EFD2-50B008C2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794BE-A4E2-5A2E-8EFC-36571E2CE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7EBAC-EBEC-C5E5-C63B-0C49960BC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C4A8C-E698-69A0-0381-8EB1B527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85A7F-4DBE-7C7A-21E1-AC48CC41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02F7E-5401-8FE0-D182-74AD842B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19528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3FD2-4B0C-00D5-8B8C-AD19C0C9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B8E50-DA66-7307-B78D-C4BD9431F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59702-722E-5EF5-AD69-816EA8591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C58A1-50B5-CAAB-9AF9-DB7B8251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1D52A-052A-76A8-FFF9-C30C0E56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3EAE3-C177-6EB4-70D2-6CBABAED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2584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BD6C-0328-86EE-8592-907A19D2F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BAE12-32C8-30F9-6648-A1F930557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8CF7D-54E5-D4EF-3443-0A8ABAD7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656C7-5DF6-5A88-C5CB-F41E6DA6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623F8-4551-1F0E-A1FB-50B7AC99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7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0741F0-0D75-2D9D-5912-147655252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8954E-CC1D-E7BD-C5F8-781A92599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2B2A-6915-0F1C-F15E-1AF8F31A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D1B3D-FBCE-D9BB-C742-8238F9B2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E50B4-42B1-D9AF-1604-1858AF30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3405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764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200" y="40386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EC31BE-E935-48C3-88C0-ACD1CDF04F6F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59261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E82324-2C75-98B9-75C8-3C9A8454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1873F-83F0-0D40-04FE-0C466DF63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89017-BEF4-5BF3-45D9-B5E07F9F7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91BB9-4B33-4B81-B182-8A02BBDA1580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1F6EB-022B-7C43-BBB7-C0F3F293F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8CA39-44CD-BF95-9C0E-6C3E7C5C3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2F5A1-FA58-4B0E-A8C1-A1DC112999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951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893C-A94D-9F28-168A-17F0CBE22F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Relationships within the Relational Database</a:t>
            </a:r>
            <a:endParaRPr lang="en-PH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C90B7-48ED-5077-A9D1-F87344E3F6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7</a:t>
            </a:r>
          </a:p>
          <a:p>
            <a:r>
              <a:rPr lang="en-US" dirty="0"/>
              <a:t>Prepared by: Engr. Ryan D. Francisco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87684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1967D8-A8B5-4915-87AA-AB754415DC6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Relationships within the Relational Database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1:M relationship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Relational modeling ideal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Should be the norm in any relational database design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1:1 relationship	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Should be rare in any relational database design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n-lt"/>
              </a:rPr>
              <a:t>Database Systems, 10th Edition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0FFD2A-E2B5-4486-AB55-32274D20844A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Relationships within the Relational Database (cont’d.)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M:N relationships</a:t>
            </a:r>
            <a:r>
              <a:rPr lang="en-US" altLang="tr-TR" sz="320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Cannot be implemented as such in the relational model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M:N relationships can be changed into 1:M relationships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n-lt"/>
              </a:rPr>
              <a:t>Database Systems, 10th Edition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91E458-A0DE-40D4-A0D3-4465AE6A4E0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1:M Relationship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Relational database norm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Found in any database environment </a:t>
            </a:r>
          </a:p>
        </p:txBody>
      </p:sp>
      <p:pic>
        <p:nvPicPr>
          <p:cNvPr id="65541" name="Picture 7" descr="G:\DBSystems\Figures\C7888_03\C7888_03\Fig03-17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124201"/>
            <a:ext cx="4724400" cy="243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n-lt"/>
              </a:rPr>
              <a:t>Database Systems, 10th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AF385F-67DA-4CA4-A3BC-9B97DAAFA894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7587" name="Picture 5" descr="G:\DBSystems\Figures\C7888_03\C7888_03\Fig03-18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066800"/>
            <a:ext cx="813276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42CE45-BF2D-4E77-ADAD-1BE8102DCA8B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1:1 Relationship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>
                <a:ea typeface="ＭＳ Ｐゴシック" panose="020B0600070205080204" pitchFamily="34" charset="-128"/>
              </a:rPr>
              <a:t>One entity related to only one other entity, and vice versa</a:t>
            </a:r>
          </a:p>
          <a:p>
            <a:pPr>
              <a:lnSpc>
                <a:spcPct val="90000"/>
              </a:lnSpc>
            </a:pPr>
            <a:r>
              <a:rPr lang="en-US" altLang="tr-TR">
                <a:ea typeface="ＭＳ Ｐゴシック" panose="020B0600070205080204" pitchFamily="34" charset="-128"/>
              </a:rPr>
              <a:t>Sometimes means that entity components were not defined properly</a:t>
            </a:r>
          </a:p>
          <a:p>
            <a:pPr>
              <a:lnSpc>
                <a:spcPct val="90000"/>
              </a:lnSpc>
            </a:pPr>
            <a:r>
              <a:rPr lang="en-US" altLang="tr-TR">
                <a:ea typeface="ＭＳ Ｐゴシック" panose="020B0600070205080204" pitchFamily="34" charset="-128"/>
              </a:rPr>
              <a:t>Could indicate that two entities actually belong in the same table</a:t>
            </a:r>
          </a:p>
          <a:p>
            <a:pPr>
              <a:lnSpc>
                <a:spcPct val="90000"/>
              </a:lnSpc>
            </a:pPr>
            <a:r>
              <a:rPr lang="en-US" altLang="tr-TR">
                <a:ea typeface="ＭＳ Ｐゴシック" panose="020B0600070205080204" pitchFamily="34" charset="-128"/>
              </a:rPr>
              <a:t>Certain conditions absolutely require their use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n-lt"/>
              </a:rPr>
              <a:t>Database Systems, 10th Edition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5820ED-35D9-4C79-B8D3-DE5FA0FB897A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1683" name="Picture 5" descr="G:\DBSystems\Figures\C7888_03\C7888_03\Fig03-21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7900988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M:N Relationship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Implemented by breaking it up to produce a set of 1:M relationships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Avoid problems inherent to M:N relationship by creating a composite entity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Includes as foreign keys the primary keys of tables to be linked</a:t>
            </a:r>
          </a:p>
        </p:txBody>
      </p:sp>
      <p:sp>
        <p:nvSpPr>
          <p:cNvPr id="4403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737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ADD6FB-23DE-439B-928D-2D3EE5AE7C85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4A8CB5-040D-409D-AC3A-0A1F01352CD6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5779" name="Picture 5" descr="G:\DBSystems\Figures\C7888_03\C7888_03\Fig03-23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1905000"/>
            <a:ext cx="45243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5721FA-FA72-4DF1-BEC0-425684A7F8A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7827" name="Picture 5" descr="G:\DBSystems\Figures\C7888_03\C7888_03\Fig03-25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762000"/>
            <a:ext cx="7539038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C98E62-6561-4E3F-BCB3-AA130B52E9E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9875" name="Picture 5" descr="G:\DBSystems\Figures\C7888_03\C7888_03\Fig03-26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1981200"/>
            <a:ext cx="7078663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E26E3B-FA53-421A-A39A-AD5A922BEE9C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1923" name="Picture 5" descr="G:\DBSystems\Figures\C7888_03\C7888_03\Fig03-27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1905000"/>
            <a:ext cx="7446963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C08BFC-A69B-4DF0-AEF0-83D788110EDB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3971" name="Picture 5" descr="G:\DBSystems\Figures\C7888_03\C7888_03\Fig03-28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1524000"/>
            <a:ext cx="736441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Indexes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Orderly arrangement to logically access rows in a table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Index key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Index’s reference point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Points to data location identified by the key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Unique index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Index in which the index key can have only one pointer value (row) associated with it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Each index is associated with only one table</a:t>
            </a:r>
          </a:p>
        </p:txBody>
      </p:sp>
      <p:sp>
        <p:nvSpPr>
          <p:cNvPr id="5222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860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0D524E-0BAE-4B37-A20F-2DA8CA5AD1D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BD3FCF-D6EB-4637-A338-BE040B3FED2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8067" name="Picture 5" descr="G:\DBSystems\Figures\C7888_03\C7888_03\Fig03-31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1295400"/>
            <a:ext cx="737552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dirty="0"/>
              <a:t>Database Systems, 10th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</Words>
  <Application>Microsoft Office PowerPoint</Application>
  <PresentationFormat>Widescreen</PresentationFormat>
  <Paragraphs>61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Relationships within the Relational Database</vt:lpstr>
      <vt:lpstr>Relationships within the Relational Database</vt:lpstr>
      <vt:lpstr>Relationships within the Relational Database (cont’d.)</vt:lpstr>
      <vt:lpstr>The 1:M Relationship</vt:lpstr>
      <vt:lpstr>PowerPoint Presentation</vt:lpstr>
      <vt:lpstr>The 1:1 Relationship</vt:lpstr>
      <vt:lpstr>PowerPoint Presentation</vt:lpstr>
      <vt:lpstr>The M:N Relationship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Indexes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 within the Relational Database</dc:title>
  <dc:creator>Ryan Francisco</dc:creator>
  <cp:lastModifiedBy>Ryan Francisco</cp:lastModifiedBy>
  <cp:revision>1</cp:revision>
  <dcterms:created xsi:type="dcterms:W3CDTF">2022-08-10T13:54:12Z</dcterms:created>
  <dcterms:modified xsi:type="dcterms:W3CDTF">2022-08-10T13:55:34Z</dcterms:modified>
</cp:coreProperties>
</file>