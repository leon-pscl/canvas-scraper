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EB38-A9B9-4863-A0FE-BA66F47CF66C}" type="datetimeFigureOut">
              <a:rPr lang="en-US" smtClean="0"/>
              <a:t>11/27/2012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6547-C772-4385-88BD-62213B1F3E91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EB38-A9B9-4863-A0FE-BA66F47CF66C}" type="datetimeFigureOut">
              <a:rPr lang="en-US" smtClean="0"/>
              <a:t>11/27/2012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6547-C772-4385-88BD-62213B1F3E91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EB38-A9B9-4863-A0FE-BA66F47CF66C}" type="datetimeFigureOut">
              <a:rPr lang="en-US" smtClean="0"/>
              <a:t>11/27/2012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6547-C772-4385-88BD-62213B1F3E91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EB38-A9B9-4863-A0FE-BA66F47CF66C}" type="datetimeFigureOut">
              <a:rPr lang="en-US" smtClean="0"/>
              <a:t>11/27/2012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6547-C772-4385-88BD-62213B1F3E91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EB38-A9B9-4863-A0FE-BA66F47CF66C}" type="datetimeFigureOut">
              <a:rPr lang="en-US" smtClean="0"/>
              <a:t>11/27/2012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6547-C772-4385-88BD-62213B1F3E91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EB38-A9B9-4863-A0FE-BA66F47CF66C}" type="datetimeFigureOut">
              <a:rPr lang="en-US" smtClean="0"/>
              <a:t>11/27/2012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6547-C772-4385-88BD-62213B1F3E91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EB38-A9B9-4863-A0FE-BA66F47CF66C}" type="datetimeFigureOut">
              <a:rPr lang="en-US" smtClean="0"/>
              <a:t>11/27/2012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6547-C772-4385-88BD-62213B1F3E91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EB38-A9B9-4863-A0FE-BA66F47CF66C}" type="datetimeFigureOut">
              <a:rPr lang="en-US" smtClean="0"/>
              <a:t>11/27/2012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6547-C772-4385-88BD-62213B1F3E91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EB38-A9B9-4863-A0FE-BA66F47CF66C}" type="datetimeFigureOut">
              <a:rPr lang="en-US" smtClean="0"/>
              <a:t>11/27/2012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6547-C772-4385-88BD-62213B1F3E91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EB38-A9B9-4863-A0FE-BA66F47CF66C}" type="datetimeFigureOut">
              <a:rPr lang="en-US" smtClean="0"/>
              <a:t>11/27/2012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6547-C772-4385-88BD-62213B1F3E91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EB38-A9B9-4863-A0FE-BA66F47CF66C}" type="datetimeFigureOut">
              <a:rPr lang="en-US" smtClean="0"/>
              <a:t>11/27/2012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6547-C772-4385-88BD-62213B1F3E91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1EB38-A9B9-4863-A0FE-BA66F47CF66C}" type="datetimeFigureOut">
              <a:rPr lang="en-US" smtClean="0"/>
              <a:t>11/27/2012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66547-C772-4385-88BD-62213B1F3E91}" type="slidenum">
              <a:rPr lang="en-PH" smtClean="0"/>
              <a:t>‹#›</a:t>
            </a:fld>
            <a:endParaRPr lang="en-P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 smtClean="0"/>
              <a:t>DEBUG COMMANDS</a:t>
            </a:r>
            <a:endParaRPr lang="en-PH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PH" dirty="0" smtClean="0"/>
              <a:t>DEBUG’S Set of Commands</a:t>
            </a:r>
            <a:endParaRPr lang="en-PH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A – assemble symbolic instructions into machine code</a:t>
            </a:r>
          </a:p>
          <a:p>
            <a:r>
              <a:rPr lang="en-PH" dirty="0" smtClean="0"/>
              <a:t>D – display the contents of an area of memory in hex format</a:t>
            </a:r>
          </a:p>
          <a:p>
            <a:r>
              <a:rPr lang="en-PH" dirty="0" smtClean="0"/>
              <a:t>E – enter data into memory, beginning at a specific location</a:t>
            </a:r>
          </a:p>
          <a:p>
            <a:r>
              <a:rPr lang="en-PH" dirty="0" smtClean="0"/>
              <a:t>G – “go” run the executable program in memory</a:t>
            </a:r>
            <a:endParaRPr lang="en-PH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PH" dirty="0" smtClean="0"/>
              <a:t>DEBUG’S Set of Commands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H – perform hexadecimal arithmetic</a:t>
            </a:r>
          </a:p>
          <a:p>
            <a:r>
              <a:rPr lang="en-PH" dirty="0" smtClean="0"/>
              <a:t>N – name a program</a:t>
            </a:r>
          </a:p>
          <a:p>
            <a:r>
              <a:rPr lang="en-PH" dirty="0" smtClean="0"/>
              <a:t>P – proceed, or execute a set of related instructions</a:t>
            </a:r>
          </a:p>
          <a:p>
            <a:r>
              <a:rPr lang="en-PH" dirty="0" smtClean="0"/>
              <a:t>Q – quit the DEBUG session</a:t>
            </a:r>
          </a:p>
          <a:p>
            <a:r>
              <a:rPr lang="en-PH" dirty="0" smtClean="0"/>
              <a:t>R – display the contents of one or more registers in hex format</a:t>
            </a:r>
          </a:p>
          <a:p>
            <a:pPr>
              <a:buNone/>
            </a:pPr>
            <a:endParaRPr lang="en-PH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DEBUG’S Set of Commands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T – trace the execution if one instruction</a:t>
            </a:r>
          </a:p>
          <a:p>
            <a:r>
              <a:rPr lang="en-PH" dirty="0" smtClean="0"/>
              <a:t>U – </a:t>
            </a:r>
            <a:r>
              <a:rPr lang="en-PH" dirty="0" err="1" smtClean="0"/>
              <a:t>unassemble</a:t>
            </a:r>
            <a:r>
              <a:rPr lang="en-PH" dirty="0" smtClean="0"/>
              <a:t> (or disassemble) machine code into symbolic code</a:t>
            </a:r>
            <a:endParaRPr lang="en-PH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Rules of DEBUG Commands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Debug doesn’t distinguish between lowercase and uppercase letters.</a:t>
            </a:r>
          </a:p>
          <a:p>
            <a:r>
              <a:rPr lang="en-PH" dirty="0" smtClean="0"/>
              <a:t>Debug assumes that all numbers are in hexadecimal format.</a:t>
            </a:r>
          </a:p>
          <a:p>
            <a:r>
              <a:rPr lang="en-PH" dirty="0" smtClean="0"/>
              <a:t>Spaces in commands are used only to separate parameters.</a:t>
            </a:r>
          </a:p>
          <a:p>
            <a:r>
              <a:rPr lang="en-PH" dirty="0" smtClean="0"/>
              <a:t>Segments and offsets are specified with a colon, in the form </a:t>
            </a:r>
            <a:r>
              <a:rPr lang="en-PH" dirty="0" err="1" smtClean="0"/>
              <a:t>segment:offset</a:t>
            </a:r>
            <a:endParaRPr lang="en-PH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PH" dirty="0" smtClean="0"/>
              <a:t>The A (Assemble) command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PH" dirty="0" smtClean="0"/>
              <a:t>	type,		A 100 &lt;enter&gt;</a:t>
            </a:r>
          </a:p>
          <a:p>
            <a:pPr>
              <a:buNone/>
            </a:pPr>
            <a:r>
              <a:rPr lang="en-PH" dirty="0"/>
              <a:t>	</a:t>
            </a:r>
            <a:r>
              <a:rPr lang="en-PH" dirty="0" smtClean="0"/>
              <a:t>			MOV CL, 42 &lt;enter&gt;</a:t>
            </a:r>
          </a:p>
          <a:p>
            <a:pPr>
              <a:buNone/>
            </a:pPr>
            <a:r>
              <a:rPr lang="en-PH" dirty="0"/>
              <a:t>	</a:t>
            </a:r>
            <a:r>
              <a:rPr lang="en-PH" dirty="0" smtClean="0"/>
              <a:t>			MOV DL, 2A &lt;enter&gt;</a:t>
            </a:r>
          </a:p>
          <a:p>
            <a:pPr>
              <a:buNone/>
            </a:pPr>
            <a:r>
              <a:rPr lang="en-PH" dirty="0"/>
              <a:t>	</a:t>
            </a:r>
            <a:r>
              <a:rPr lang="en-PH" dirty="0" smtClean="0"/>
              <a:t>			ADD CL, DL &lt;enter&gt;</a:t>
            </a:r>
          </a:p>
          <a:p>
            <a:pPr>
              <a:buNone/>
            </a:pPr>
            <a:r>
              <a:rPr lang="en-PH" dirty="0"/>
              <a:t>	</a:t>
            </a:r>
            <a:r>
              <a:rPr lang="en-PH" dirty="0" smtClean="0"/>
              <a:t>			JMP 100 &lt;enter&gt;</a:t>
            </a:r>
          </a:p>
          <a:p>
            <a:pPr>
              <a:buNone/>
            </a:pPr>
            <a:r>
              <a:rPr lang="en-PH" dirty="0"/>
              <a:t>	</a:t>
            </a:r>
            <a:r>
              <a:rPr lang="en-PH" dirty="0" smtClean="0"/>
              <a:t>				       &lt;enter&gt;</a:t>
            </a:r>
            <a:endParaRPr lang="en-PH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PH" dirty="0" smtClean="0"/>
              <a:t>The U (</a:t>
            </a:r>
            <a:r>
              <a:rPr lang="en-PH" dirty="0" err="1" smtClean="0"/>
              <a:t>unassemble</a:t>
            </a:r>
            <a:r>
              <a:rPr lang="en-PH" dirty="0" smtClean="0"/>
              <a:t>) command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PH" dirty="0" smtClean="0"/>
              <a:t>	Type, 		U 100, 108	 &lt;enter&gt;</a:t>
            </a:r>
          </a:p>
          <a:p>
            <a:pPr>
              <a:buNone/>
            </a:pPr>
            <a:r>
              <a:rPr lang="en-PH" dirty="0"/>
              <a:t>	</a:t>
            </a:r>
            <a:r>
              <a:rPr lang="en-PH" dirty="0" smtClean="0"/>
              <a:t>					</a:t>
            </a:r>
            <a:endParaRPr lang="en-PH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PH" dirty="0" smtClean="0"/>
              <a:t>The E (enter) command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PH" dirty="0" smtClean="0"/>
              <a:t>Type, E CS:100  41 42 43 44 45 46 47 48  &lt;enter&gt;</a:t>
            </a:r>
          </a:p>
          <a:p>
            <a:pPr>
              <a:buNone/>
            </a:pPr>
            <a:r>
              <a:rPr lang="en-PH" dirty="0"/>
              <a:t>	</a:t>
            </a:r>
            <a:r>
              <a:rPr lang="en-PH" dirty="0" smtClean="0"/>
              <a:t>	 E CS:108  49 4A 4B  &lt;enter&gt;</a:t>
            </a:r>
            <a:endParaRPr lang="en-PH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PH" dirty="0" smtClean="0"/>
              <a:t>The D (display) command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PH" dirty="0" smtClean="0"/>
              <a:t>Type, 	D DS:100, 10A   &lt;enter&gt; </a:t>
            </a:r>
            <a:endParaRPr lang="en-PH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PH" dirty="0" smtClean="0"/>
              <a:t>The R(register) and T(trace) command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PH" dirty="0" smtClean="0"/>
              <a:t>Type, E CS:100  41 42 43 44 45 46 47 48  &lt;enter&gt;</a:t>
            </a:r>
          </a:p>
          <a:p>
            <a:pPr>
              <a:buNone/>
            </a:pPr>
            <a:r>
              <a:rPr lang="en-PH" dirty="0" smtClean="0"/>
              <a:t>		 E CS:108  49 4A 4B  &lt;enter&gt;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Type  R &lt;enter&gt;</a:t>
            </a:r>
          </a:p>
          <a:p>
            <a:pPr>
              <a:buNone/>
            </a:pPr>
            <a:r>
              <a:rPr lang="en-PH" dirty="0" smtClean="0"/>
              <a:t>Type T </a:t>
            </a:r>
            <a:r>
              <a:rPr lang="en-PH" smtClean="0"/>
              <a:t>&lt;enter&gt;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671C25A80D104FB01C71FBFCDA9C03" ma:contentTypeVersion="6" ma:contentTypeDescription="Create a new document." ma:contentTypeScope="" ma:versionID="7b3dd660fcc10759a35d14a8491004ec">
  <xsd:schema xmlns:xsd="http://www.w3.org/2001/XMLSchema" xmlns:xs="http://www.w3.org/2001/XMLSchema" xmlns:p="http://schemas.microsoft.com/office/2006/metadata/properties" xmlns:ns2="b2534345-41c1-48a1-94d0-cf7cbce50268" xmlns:ns3="82ef7b94-4643-4e83-ae59-ae108088a7bd" targetNamespace="http://schemas.microsoft.com/office/2006/metadata/properties" ma:root="true" ma:fieldsID="892f12dc67751c3de128b317f01745f0" ns2:_="" ns3:_="">
    <xsd:import namespace="b2534345-41c1-48a1-94d0-cf7cbce50268"/>
    <xsd:import namespace="82ef7b94-4643-4e83-ae59-ae108088a7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Details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34345-41c1-48a1-94d0-cf7cbce502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ef7b94-4643-4e83-ae59-ae108088a7bd" elementFormDefault="qualified">
    <xsd:import namespace="http://schemas.microsoft.com/office/2006/documentManagement/types"/>
    <xsd:import namespace="http://schemas.microsoft.com/office/infopath/2007/PartnerControls"/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247B97-E585-4024-850D-04C29CF35085}"/>
</file>

<file path=customXml/itemProps2.xml><?xml version="1.0" encoding="utf-8"?>
<ds:datastoreItem xmlns:ds="http://schemas.openxmlformats.org/officeDocument/2006/customXml" ds:itemID="{139581EC-7C2D-45D1-80C9-6CCB40AF4992}"/>
</file>

<file path=customXml/itemProps3.xml><?xml version="1.0" encoding="utf-8"?>
<ds:datastoreItem xmlns:ds="http://schemas.openxmlformats.org/officeDocument/2006/customXml" ds:itemID="{AA9E2E5B-4D39-4F29-B4DA-5478B6CBD645}"/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227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DEBUG COMMANDS</vt:lpstr>
      <vt:lpstr>DEBUG’S Set of Commands</vt:lpstr>
      <vt:lpstr>DEBUG’S Set of Commands</vt:lpstr>
      <vt:lpstr>DEBUG’S Set of Commands</vt:lpstr>
      <vt:lpstr>Rules of DEBUG Commands</vt:lpstr>
      <vt:lpstr>The A (Assemble) command</vt:lpstr>
      <vt:lpstr>The U (unassemble) command</vt:lpstr>
      <vt:lpstr>The E (enter) command</vt:lpstr>
      <vt:lpstr>The D (display) command</vt:lpstr>
      <vt:lpstr>The R(register) and T(trace) command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DEBUG COMMANDS</dc:title>
  <dc:creator>hp</dc:creator>
  <cp:lastModifiedBy>hp</cp:lastModifiedBy>
  <cp:revision>18</cp:revision>
  <dcterms:created xsi:type="dcterms:W3CDTF">2012-11-27T12:36:11Z</dcterms:created>
  <dcterms:modified xsi:type="dcterms:W3CDTF">2012-11-27T14:02:02Z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0x0101000E671C25A80D104FB01C71FBFCDA9C03</vt:lpwstr>
  </property>
</Properties>
</file>